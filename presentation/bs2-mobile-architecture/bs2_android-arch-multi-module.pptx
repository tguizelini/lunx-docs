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6858000" cx="12192000"/>
  <p:notesSz cx="7559675" cy="10691800"/>
  <p:embeddedFontLst>
    <p:embeddedFont>
      <p:font typeface="Pacifico"/>
      <p:regular r:id="rId28"/>
    </p:embeddedFont>
    <p:embeddedFont>
      <p:font typeface="Helvetica Neue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33" roundtripDataSignature="AMtx7mgCaKf1atbeExEvUaUIrouSRtJT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Pacifico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HelveticaNeue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HelveticaNeue-italic.fntdata"/><Relationship Id="rId30" Type="http://schemas.openxmlformats.org/officeDocument/2006/relationships/font" Target="fonts/HelveticaNeue-bold.fntdata"/><Relationship Id="rId11" Type="http://schemas.openxmlformats.org/officeDocument/2006/relationships/slide" Target="slides/slide6.xml"/><Relationship Id="rId33" Type="http://customschemas.google.com/relationships/presentationmetadata" Target="metadata"/><Relationship Id="rId10" Type="http://schemas.openxmlformats.org/officeDocument/2006/relationships/slide" Target="slides/slide5.xml"/><Relationship Id="rId32" Type="http://schemas.openxmlformats.org/officeDocument/2006/relationships/font" Target="fonts/HelveticaNeue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1dd6c3778f7_1_4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1dd6c3778f7_1_4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1dd6c3778f7_1_3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1dd6c3778f7_1_3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dd6c3778f7_1_11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1dd6c3778f7_1_11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dd6c3778f7_1_7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1dd6c3778f7_1_7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1dd6c3778f7_1_8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1dd6c3778f7_1_8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dd6c3778f7_1_9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1dd6c3778f7_1_9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1dd6c3778f7_1_4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1dd6c3778f7_1_4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1dd6c3778f7_1_12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g1dd6c3778f7_1_12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1dd6c3778f7_1_13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g1dd6c3778f7_1_13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1dd6c3778f7_1_14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g1dd6c3778f7_1_14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1dd6c3778f7_1_17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1dd6c3778f7_1_17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1dd6c3778f7_1_17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g1dd6c3778f7_1_17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1dd6c3778f7_1_18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1dd6c3778f7_1_18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1dd6c3778f7_1_21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g1dd6c3778f7_1_21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1dd6c3778f7_1_27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g1dd6c3778f7_1_27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1dd6c3778f7_1_24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g1dd6c3778f7_1_24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1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" name="Google Shape;10;p21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5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5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6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6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6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7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8"/>
          <p:cNvSpPr txBox="1"/>
          <p:nvPr>
            <p:ph idx="1"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9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9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29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29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0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0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30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30"/>
          <p:cNvSpPr txBox="1"/>
          <p:nvPr>
            <p:ph idx="3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1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1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31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31"/>
          <p:cNvSpPr txBox="1"/>
          <p:nvPr>
            <p:ph idx="3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2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2"/>
          <p:cNvSpPr txBox="1"/>
          <p:nvPr>
            <p:ph idx="1"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32"/>
          <p:cNvSpPr txBox="1"/>
          <p:nvPr>
            <p:ph idx="2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3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3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33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33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33"/>
          <p:cNvSpPr txBox="1"/>
          <p:nvPr>
            <p:ph idx="4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4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4"/>
          <p:cNvSpPr txBox="1"/>
          <p:nvPr>
            <p:ph idx="1"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34"/>
          <p:cNvSpPr txBox="1"/>
          <p:nvPr>
            <p:ph idx="2"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34"/>
          <p:cNvSpPr txBox="1"/>
          <p:nvPr>
            <p:ph idx="3"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34"/>
          <p:cNvSpPr txBox="1"/>
          <p:nvPr>
            <p:ph idx="4"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34"/>
          <p:cNvSpPr txBox="1"/>
          <p:nvPr>
            <p:ph idx="5"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34"/>
          <p:cNvSpPr txBox="1"/>
          <p:nvPr>
            <p:ph idx="6"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5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5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6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6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7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7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37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8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9"/>
          <p:cNvSpPr txBox="1"/>
          <p:nvPr>
            <p:ph idx="1"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0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0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0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40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1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41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41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41"/>
          <p:cNvSpPr txBox="1"/>
          <p:nvPr>
            <p:ph idx="3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2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42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42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42"/>
          <p:cNvSpPr txBox="1"/>
          <p:nvPr>
            <p:ph idx="3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3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43"/>
          <p:cNvSpPr txBox="1"/>
          <p:nvPr>
            <p:ph idx="1"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43"/>
          <p:cNvSpPr txBox="1"/>
          <p:nvPr>
            <p:ph idx="2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4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44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44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44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44"/>
          <p:cNvSpPr txBox="1"/>
          <p:nvPr>
            <p:ph idx="4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5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45"/>
          <p:cNvSpPr txBox="1"/>
          <p:nvPr>
            <p:ph idx="1"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45"/>
          <p:cNvSpPr txBox="1"/>
          <p:nvPr>
            <p:ph idx="2"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45"/>
          <p:cNvSpPr txBox="1"/>
          <p:nvPr>
            <p:ph idx="3"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45"/>
          <p:cNvSpPr txBox="1"/>
          <p:nvPr>
            <p:ph idx="4"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45"/>
          <p:cNvSpPr txBox="1"/>
          <p:nvPr>
            <p:ph idx="5"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6" name="Google Shape;106;p45"/>
          <p:cNvSpPr txBox="1"/>
          <p:nvPr>
            <p:ph idx="6"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/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0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2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8" name="Google Shape;58;p22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"/>
          <p:cNvSpPr/>
          <p:nvPr/>
        </p:nvSpPr>
        <p:spPr>
          <a:xfrm>
            <a:off x="1407600" y="1157400"/>
            <a:ext cx="9143280" cy="274248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6000" u="none" cap="none" strike="noStrike">
                <a:solidFill>
                  <a:srgbClr val="34A8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Arquitetura </a:t>
            </a:r>
            <a:r>
              <a:rPr lang="en-US" sz="6000">
                <a:solidFill>
                  <a:srgbClr val="34A8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Android</a:t>
            </a:r>
            <a:endParaRPr i="0" sz="6000" u="none" cap="none" strike="noStrike">
              <a:solidFill>
                <a:srgbClr val="34A853"/>
              </a:solidFill>
            </a:endParaRPr>
          </a:p>
        </p:txBody>
      </p:sp>
      <p:sp>
        <p:nvSpPr>
          <p:cNvPr id="112" name="Google Shape;112;p1"/>
          <p:cNvSpPr/>
          <p:nvPr/>
        </p:nvSpPr>
        <p:spPr>
          <a:xfrm>
            <a:off x="1523880" y="3602160"/>
            <a:ext cx="9143280" cy="16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3" name="Google Shape;113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56925" y="6028775"/>
            <a:ext cx="1135076" cy="829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"/>
          <p:cNvSpPr txBox="1"/>
          <p:nvPr/>
        </p:nvSpPr>
        <p:spPr>
          <a:xfrm>
            <a:off x="6118400" y="3899875"/>
            <a:ext cx="3137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por Tiago Teixeira Guizelini</a:t>
            </a:r>
            <a:endParaRPr sz="1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56925" y="6028775"/>
            <a:ext cx="1135076" cy="82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7525" y="304800"/>
            <a:ext cx="10954977" cy="572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1"/>
          <p:cNvSpPr txBox="1"/>
          <p:nvPr/>
        </p:nvSpPr>
        <p:spPr>
          <a:xfrm>
            <a:off x="583200" y="640440"/>
            <a:ext cx="8103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Principais c</a:t>
            </a:r>
            <a:r>
              <a:rPr b="1" lang="en-US" sz="32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onceitos</a:t>
            </a:r>
            <a:endParaRPr b="0" sz="32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1"/>
          <p:cNvSpPr txBox="1"/>
          <p:nvPr/>
        </p:nvSpPr>
        <p:spPr>
          <a:xfrm>
            <a:off x="918875" y="1927400"/>
            <a:ext cx="10156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/>
              <a:t>Linguagem Universal</a:t>
            </a:r>
            <a:endParaRPr sz="2700"/>
          </a:p>
        </p:txBody>
      </p:sp>
      <p:pic>
        <p:nvPicPr>
          <p:cNvPr id="127" name="Google Shape;127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56925" y="6028775"/>
            <a:ext cx="1135076" cy="82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dd6c3778f7_1_49"/>
          <p:cNvSpPr txBox="1"/>
          <p:nvPr/>
        </p:nvSpPr>
        <p:spPr>
          <a:xfrm>
            <a:off x="583200" y="640440"/>
            <a:ext cx="8103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Principais conceitos</a:t>
            </a:r>
            <a:endParaRPr b="0" sz="32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g1dd6c3778f7_1_49"/>
          <p:cNvSpPr txBox="1"/>
          <p:nvPr/>
        </p:nvSpPr>
        <p:spPr>
          <a:xfrm>
            <a:off x="918875" y="1927400"/>
            <a:ext cx="10156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/>
              <a:t>Linguagem Universal</a:t>
            </a:r>
            <a:endParaRPr sz="2700"/>
          </a:p>
        </p:txBody>
      </p:sp>
      <p:sp>
        <p:nvSpPr>
          <p:cNvPr id="134" name="Google Shape;134;g1dd6c3778f7_1_49"/>
          <p:cNvSpPr/>
          <p:nvPr/>
        </p:nvSpPr>
        <p:spPr>
          <a:xfrm>
            <a:off x="537875" y="3541050"/>
            <a:ext cx="2241300" cy="1501500"/>
          </a:xfrm>
          <a:prstGeom prst="ellipse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/>
              <a:t>Financeiro</a:t>
            </a:r>
            <a:endParaRPr sz="2300"/>
          </a:p>
        </p:txBody>
      </p:sp>
      <p:sp>
        <p:nvSpPr>
          <p:cNvPr id="135" name="Google Shape;135;g1dd6c3778f7_1_49"/>
          <p:cNvSpPr/>
          <p:nvPr/>
        </p:nvSpPr>
        <p:spPr>
          <a:xfrm>
            <a:off x="3285400" y="3541050"/>
            <a:ext cx="2241300" cy="15015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/>
              <a:t>Vendas</a:t>
            </a:r>
            <a:endParaRPr sz="2300"/>
          </a:p>
        </p:txBody>
      </p:sp>
      <p:sp>
        <p:nvSpPr>
          <p:cNvPr id="136" name="Google Shape;136;g1dd6c3778f7_1_49"/>
          <p:cNvSpPr/>
          <p:nvPr/>
        </p:nvSpPr>
        <p:spPr>
          <a:xfrm>
            <a:off x="6311125" y="3541050"/>
            <a:ext cx="2241300" cy="15015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/>
              <a:t>Tecnologia</a:t>
            </a:r>
            <a:endParaRPr sz="2300"/>
          </a:p>
        </p:txBody>
      </p:sp>
      <p:sp>
        <p:nvSpPr>
          <p:cNvPr id="137" name="Google Shape;137;g1dd6c3778f7_1_49"/>
          <p:cNvSpPr/>
          <p:nvPr/>
        </p:nvSpPr>
        <p:spPr>
          <a:xfrm>
            <a:off x="9336850" y="3541038"/>
            <a:ext cx="2241300" cy="1501500"/>
          </a:xfrm>
          <a:prstGeom prst="ellipse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/>
              <a:t>etc</a:t>
            </a:r>
            <a:endParaRPr sz="2300"/>
          </a:p>
        </p:txBody>
      </p:sp>
      <p:pic>
        <p:nvPicPr>
          <p:cNvPr id="138" name="Google Shape;138;g1dd6c3778f7_1_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56925" y="6028775"/>
            <a:ext cx="1135076" cy="82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dd6c3778f7_1_31"/>
          <p:cNvSpPr txBox="1"/>
          <p:nvPr/>
        </p:nvSpPr>
        <p:spPr>
          <a:xfrm>
            <a:off x="583200" y="640440"/>
            <a:ext cx="8103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Principais conceitos</a:t>
            </a:r>
            <a:endParaRPr b="0" sz="32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g1dd6c3778f7_1_31"/>
          <p:cNvSpPr txBox="1"/>
          <p:nvPr/>
        </p:nvSpPr>
        <p:spPr>
          <a:xfrm>
            <a:off x="918875" y="1927400"/>
            <a:ext cx="10156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/>
              <a:t>Domínio</a:t>
            </a:r>
            <a:endParaRPr sz="2700"/>
          </a:p>
        </p:txBody>
      </p:sp>
      <p:pic>
        <p:nvPicPr>
          <p:cNvPr id="145" name="Google Shape;145;g1dd6c3778f7_1_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09325" y="6181175"/>
            <a:ext cx="1135076" cy="82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dd6c3778f7_1_116"/>
          <p:cNvSpPr txBox="1"/>
          <p:nvPr/>
        </p:nvSpPr>
        <p:spPr>
          <a:xfrm>
            <a:off x="583200" y="640440"/>
            <a:ext cx="8103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Principais conceitos</a:t>
            </a:r>
            <a:endParaRPr b="0" sz="32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g1dd6c3778f7_1_116"/>
          <p:cNvSpPr txBox="1"/>
          <p:nvPr/>
        </p:nvSpPr>
        <p:spPr>
          <a:xfrm>
            <a:off x="918875" y="1927400"/>
            <a:ext cx="10156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/>
              <a:t>Domínio</a:t>
            </a:r>
            <a:endParaRPr sz="2700"/>
          </a:p>
        </p:txBody>
      </p:sp>
      <p:pic>
        <p:nvPicPr>
          <p:cNvPr id="152" name="Google Shape;152;g1dd6c3778f7_1_1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09325" y="6181175"/>
            <a:ext cx="1135076" cy="82922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g1dd6c3778f7_1_116"/>
          <p:cNvSpPr/>
          <p:nvPr/>
        </p:nvSpPr>
        <p:spPr>
          <a:xfrm>
            <a:off x="583200" y="3810000"/>
            <a:ext cx="2452800" cy="1434300"/>
          </a:xfrm>
          <a:prstGeom prst="rect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/>
              <a:t>Financeiro</a:t>
            </a:r>
            <a:endParaRPr sz="3000"/>
          </a:p>
        </p:txBody>
      </p:sp>
      <p:sp>
        <p:nvSpPr>
          <p:cNvPr id="154" name="Google Shape;154;g1dd6c3778f7_1_116"/>
          <p:cNvSpPr txBox="1"/>
          <p:nvPr/>
        </p:nvSpPr>
        <p:spPr>
          <a:xfrm>
            <a:off x="745050" y="3006350"/>
            <a:ext cx="21291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666666"/>
                </a:solidFill>
              </a:rPr>
              <a:t>Core do negócio</a:t>
            </a:r>
            <a:endParaRPr sz="19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1dd6c3778f7_1_71"/>
          <p:cNvSpPr txBox="1"/>
          <p:nvPr/>
        </p:nvSpPr>
        <p:spPr>
          <a:xfrm>
            <a:off x="583200" y="640440"/>
            <a:ext cx="8103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Principais conceitos</a:t>
            </a:r>
            <a:endParaRPr b="0" sz="32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g1dd6c3778f7_1_71"/>
          <p:cNvSpPr txBox="1"/>
          <p:nvPr/>
        </p:nvSpPr>
        <p:spPr>
          <a:xfrm>
            <a:off x="918875" y="1927400"/>
            <a:ext cx="10156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/>
              <a:t>Domínio</a:t>
            </a:r>
            <a:endParaRPr sz="2700"/>
          </a:p>
        </p:txBody>
      </p:sp>
      <p:pic>
        <p:nvPicPr>
          <p:cNvPr id="161" name="Google Shape;161;g1dd6c3778f7_1_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09325" y="6181175"/>
            <a:ext cx="1135076" cy="82922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g1dd6c3778f7_1_71"/>
          <p:cNvSpPr/>
          <p:nvPr/>
        </p:nvSpPr>
        <p:spPr>
          <a:xfrm>
            <a:off x="583200" y="3810000"/>
            <a:ext cx="2452800" cy="1434300"/>
          </a:xfrm>
          <a:prstGeom prst="rect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/>
              <a:t>Financeiro</a:t>
            </a:r>
            <a:endParaRPr sz="3000"/>
          </a:p>
        </p:txBody>
      </p:sp>
      <p:sp>
        <p:nvSpPr>
          <p:cNvPr id="163" name="Google Shape;163;g1dd6c3778f7_1_71"/>
          <p:cNvSpPr/>
          <p:nvPr/>
        </p:nvSpPr>
        <p:spPr>
          <a:xfrm>
            <a:off x="4299075" y="3810000"/>
            <a:ext cx="2452800" cy="14343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Transferencias</a:t>
            </a:r>
            <a:endParaRPr sz="2700"/>
          </a:p>
        </p:txBody>
      </p:sp>
      <p:cxnSp>
        <p:nvCxnSpPr>
          <p:cNvPr id="164" name="Google Shape;164;g1dd6c3778f7_1_71"/>
          <p:cNvCxnSpPr>
            <a:stCxn id="162" idx="3"/>
            <a:endCxn id="163" idx="1"/>
          </p:cNvCxnSpPr>
          <p:nvPr/>
        </p:nvCxnSpPr>
        <p:spPr>
          <a:xfrm>
            <a:off x="3036000" y="4527150"/>
            <a:ext cx="1263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5" name="Google Shape;165;g1dd6c3778f7_1_71"/>
          <p:cNvSpPr txBox="1"/>
          <p:nvPr/>
        </p:nvSpPr>
        <p:spPr>
          <a:xfrm>
            <a:off x="745050" y="3006350"/>
            <a:ext cx="21291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666666"/>
                </a:solidFill>
              </a:rPr>
              <a:t>Core do negócio</a:t>
            </a:r>
            <a:endParaRPr sz="1900">
              <a:solidFill>
                <a:srgbClr val="666666"/>
              </a:solidFill>
            </a:endParaRPr>
          </a:p>
        </p:txBody>
      </p:sp>
      <p:sp>
        <p:nvSpPr>
          <p:cNvPr id="166" name="Google Shape;166;g1dd6c3778f7_1_71"/>
          <p:cNvSpPr txBox="1"/>
          <p:nvPr/>
        </p:nvSpPr>
        <p:spPr>
          <a:xfrm>
            <a:off x="4728875" y="3006350"/>
            <a:ext cx="1861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666666"/>
                </a:solidFill>
              </a:rPr>
              <a:t>Subdomínio</a:t>
            </a:r>
            <a:endParaRPr sz="1900">
              <a:solidFill>
                <a:srgbClr val="666666"/>
              </a:solidFill>
            </a:endParaRPr>
          </a:p>
        </p:txBody>
      </p:sp>
      <p:sp>
        <p:nvSpPr>
          <p:cNvPr id="167" name="Google Shape;167;g1dd6c3778f7_1_71"/>
          <p:cNvSpPr txBox="1"/>
          <p:nvPr/>
        </p:nvSpPr>
        <p:spPr>
          <a:xfrm>
            <a:off x="1956100" y="1967750"/>
            <a:ext cx="6706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dd6c3778f7_1_80"/>
          <p:cNvSpPr txBox="1"/>
          <p:nvPr/>
        </p:nvSpPr>
        <p:spPr>
          <a:xfrm>
            <a:off x="583200" y="640440"/>
            <a:ext cx="8103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Principais conceitos</a:t>
            </a:r>
            <a:endParaRPr b="0" sz="32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1dd6c3778f7_1_80"/>
          <p:cNvSpPr txBox="1"/>
          <p:nvPr/>
        </p:nvSpPr>
        <p:spPr>
          <a:xfrm>
            <a:off x="918875" y="1927400"/>
            <a:ext cx="10156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/>
              <a:t>Domínio</a:t>
            </a:r>
            <a:endParaRPr sz="2700"/>
          </a:p>
        </p:txBody>
      </p:sp>
      <p:pic>
        <p:nvPicPr>
          <p:cNvPr id="174" name="Google Shape;174;g1dd6c3778f7_1_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09325" y="6181175"/>
            <a:ext cx="1135076" cy="82922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g1dd6c3778f7_1_80"/>
          <p:cNvSpPr/>
          <p:nvPr/>
        </p:nvSpPr>
        <p:spPr>
          <a:xfrm>
            <a:off x="583200" y="3810000"/>
            <a:ext cx="2452800" cy="1434300"/>
          </a:xfrm>
          <a:prstGeom prst="rect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/>
              <a:t>Financeiro</a:t>
            </a:r>
            <a:endParaRPr sz="3000"/>
          </a:p>
        </p:txBody>
      </p:sp>
      <p:sp>
        <p:nvSpPr>
          <p:cNvPr id="176" name="Google Shape;176;g1dd6c3778f7_1_80"/>
          <p:cNvSpPr/>
          <p:nvPr/>
        </p:nvSpPr>
        <p:spPr>
          <a:xfrm>
            <a:off x="9162450" y="2527700"/>
            <a:ext cx="2452800" cy="14343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PIX</a:t>
            </a:r>
            <a:endParaRPr sz="2700"/>
          </a:p>
        </p:txBody>
      </p:sp>
      <p:cxnSp>
        <p:nvCxnSpPr>
          <p:cNvPr id="177" name="Google Shape;177;g1dd6c3778f7_1_80"/>
          <p:cNvCxnSpPr>
            <a:stCxn id="175" idx="3"/>
            <a:endCxn id="178" idx="1"/>
          </p:cNvCxnSpPr>
          <p:nvPr/>
        </p:nvCxnSpPr>
        <p:spPr>
          <a:xfrm>
            <a:off x="3036000" y="4527150"/>
            <a:ext cx="1836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8" name="Google Shape;178;g1dd6c3778f7_1_80"/>
          <p:cNvSpPr/>
          <p:nvPr/>
        </p:nvSpPr>
        <p:spPr>
          <a:xfrm>
            <a:off x="4872813" y="3810000"/>
            <a:ext cx="2452800" cy="14343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Transferencias</a:t>
            </a:r>
            <a:endParaRPr sz="2700"/>
          </a:p>
        </p:txBody>
      </p:sp>
      <p:cxnSp>
        <p:nvCxnSpPr>
          <p:cNvPr id="179" name="Google Shape;179;g1dd6c3778f7_1_80"/>
          <p:cNvCxnSpPr>
            <a:stCxn id="178" idx="3"/>
            <a:endCxn id="176" idx="1"/>
          </p:cNvCxnSpPr>
          <p:nvPr/>
        </p:nvCxnSpPr>
        <p:spPr>
          <a:xfrm flipH="1" rot="10800000">
            <a:off x="7325613" y="3244950"/>
            <a:ext cx="1836900" cy="1282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0" name="Google Shape;180;g1dd6c3778f7_1_80"/>
          <p:cNvSpPr txBox="1"/>
          <p:nvPr/>
        </p:nvSpPr>
        <p:spPr>
          <a:xfrm>
            <a:off x="745050" y="3006350"/>
            <a:ext cx="21291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666666"/>
                </a:solidFill>
              </a:rPr>
              <a:t>Core do negócio</a:t>
            </a:r>
            <a:endParaRPr sz="1900">
              <a:solidFill>
                <a:srgbClr val="666666"/>
              </a:solidFill>
            </a:endParaRPr>
          </a:p>
        </p:txBody>
      </p:sp>
      <p:sp>
        <p:nvSpPr>
          <p:cNvPr id="181" name="Google Shape;181;g1dd6c3778f7_1_80"/>
          <p:cNvSpPr txBox="1"/>
          <p:nvPr/>
        </p:nvSpPr>
        <p:spPr>
          <a:xfrm>
            <a:off x="5280675" y="3006350"/>
            <a:ext cx="1861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666666"/>
                </a:solidFill>
              </a:rPr>
              <a:t>Subdomínio</a:t>
            </a:r>
            <a:endParaRPr sz="1900">
              <a:solidFill>
                <a:srgbClr val="666666"/>
              </a:solidFill>
            </a:endParaRPr>
          </a:p>
        </p:txBody>
      </p:sp>
      <p:sp>
        <p:nvSpPr>
          <p:cNvPr id="182" name="Google Shape;182;g1dd6c3778f7_1_80"/>
          <p:cNvSpPr txBox="1"/>
          <p:nvPr/>
        </p:nvSpPr>
        <p:spPr>
          <a:xfrm>
            <a:off x="9278975" y="1724400"/>
            <a:ext cx="24528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666666"/>
                </a:solidFill>
              </a:rPr>
              <a:t>Context Delimitado</a:t>
            </a:r>
            <a:endParaRPr sz="19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1dd6c3778f7_1_94"/>
          <p:cNvSpPr txBox="1"/>
          <p:nvPr/>
        </p:nvSpPr>
        <p:spPr>
          <a:xfrm>
            <a:off x="583200" y="640440"/>
            <a:ext cx="8103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Principais conceitos</a:t>
            </a:r>
            <a:endParaRPr b="0" sz="32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g1dd6c3778f7_1_94"/>
          <p:cNvSpPr txBox="1"/>
          <p:nvPr/>
        </p:nvSpPr>
        <p:spPr>
          <a:xfrm>
            <a:off x="918875" y="1927400"/>
            <a:ext cx="10156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/>
              <a:t>Domínio</a:t>
            </a:r>
            <a:endParaRPr sz="2700"/>
          </a:p>
        </p:txBody>
      </p:sp>
      <p:pic>
        <p:nvPicPr>
          <p:cNvPr id="189" name="Google Shape;189;g1dd6c3778f7_1_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75375" y="6028775"/>
            <a:ext cx="1135076" cy="82922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g1dd6c3778f7_1_94"/>
          <p:cNvSpPr/>
          <p:nvPr/>
        </p:nvSpPr>
        <p:spPr>
          <a:xfrm>
            <a:off x="583200" y="3810000"/>
            <a:ext cx="2452800" cy="1434300"/>
          </a:xfrm>
          <a:prstGeom prst="rect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/>
              <a:t>Financeiro</a:t>
            </a:r>
            <a:endParaRPr sz="3000"/>
          </a:p>
        </p:txBody>
      </p:sp>
      <p:sp>
        <p:nvSpPr>
          <p:cNvPr id="191" name="Google Shape;191;g1dd6c3778f7_1_94"/>
          <p:cNvSpPr/>
          <p:nvPr/>
        </p:nvSpPr>
        <p:spPr>
          <a:xfrm>
            <a:off x="9162450" y="2527700"/>
            <a:ext cx="2452800" cy="14343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PIX</a:t>
            </a:r>
            <a:endParaRPr sz="2700"/>
          </a:p>
        </p:txBody>
      </p:sp>
      <p:cxnSp>
        <p:nvCxnSpPr>
          <p:cNvPr id="192" name="Google Shape;192;g1dd6c3778f7_1_94"/>
          <p:cNvCxnSpPr>
            <a:stCxn id="190" idx="3"/>
            <a:endCxn id="193" idx="1"/>
          </p:cNvCxnSpPr>
          <p:nvPr/>
        </p:nvCxnSpPr>
        <p:spPr>
          <a:xfrm>
            <a:off x="3036000" y="4527150"/>
            <a:ext cx="1836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3" name="Google Shape;193;g1dd6c3778f7_1_94"/>
          <p:cNvSpPr/>
          <p:nvPr/>
        </p:nvSpPr>
        <p:spPr>
          <a:xfrm>
            <a:off x="4872813" y="3810000"/>
            <a:ext cx="2452800" cy="14343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Transferencias</a:t>
            </a:r>
            <a:endParaRPr sz="2700"/>
          </a:p>
        </p:txBody>
      </p:sp>
      <p:cxnSp>
        <p:nvCxnSpPr>
          <p:cNvPr id="194" name="Google Shape;194;g1dd6c3778f7_1_94"/>
          <p:cNvCxnSpPr>
            <a:stCxn id="193" idx="3"/>
            <a:endCxn id="191" idx="1"/>
          </p:cNvCxnSpPr>
          <p:nvPr/>
        </p:nvCxnSpPr>
        <p:spPr>
          <a:xfrm flipH="1" rot="10800000">
            <a:off x="7325613" y="3244950"/>
            <a:ext cx="1836900" cy="1282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5" name="Google Shape;195;g1dd6c3778f7_1_94"/>
          <p:cNvSpPr/>
          <p:nvPr/>
        </p:nvSpPr>
        <p:spPr>
          <a:xfrm>
            <a:off x="9162450" y="4527150"/>
            <a:ext cx="2452800" cy="14343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Mesmo banco</a:t>
            </a:r>
            <a:endParaRPr sz="2700"/>
          </a:p>
        </p:txBody>
      </p:sp>
      <p:cxnSp>
        <p:nvCxnSpPr>
          <p:cNvPr id="196" name="Google Shape;196;g1dd6c3778f7_1_94"/>
          <p:cNvCxnSpPr>
            <a:stCxn id="193" idx="3"/>
            <a:endCxn id="195" idx="1"/>
          </p:cNvCxnSpPr>
          <p:nvPr/>
        </p:nvCxnSpPr>
        <p:spPr>
          <a:xfrm>
            <a:off x="7325613" y="4527150"/>
            <a:ext cx="1836900" cy="71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7" name="Google Shape;197;g1dd6c3778f7_1_94"/>
          <p:cNvSpPr txBox="1"/>
          <p:nvPr/>
        </p:nvSpPr>
        <p:spPr>
          <a:xfrm>
            <a:off x="745050" y="3006350"/>
            <a:ext cx="21291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666666"/>
                </a:solidFill>
              </a:rPr>
              <a:t>Core do negócio</a:t>
            </a:r>
            <a:endParaRPr sz="1900">
              <a:solidFill>
                <a:srgbClr val="666666"/>
              </a:solidFill>
            </a:endParaRPr>
          </a:p>
        </p:txBody>
      </p:sp>
      <p:sp>
        <p:nvSpPr>
          <p:cNvPr id="198" name="Google Shape;198;g1dd6c3778f7_1_94"/>
          <p:cNvSpPr txBox="1"/>
          <p:nvPr/>
        </p:nvSpPr>
        <p:spPr>
          <a:xfrm>
            <a:off x="5280675" y="3006350"/>
            <a:ext cx="1861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666666"/>
                </a:solidFill>
              </a:rPr>
              <a:t>Subdomínio</a:t>
            </a:r>
            <a:endParaRPr sz="1900">
              <a:solidFill>
                <a:srgbClr val="666666"/>
              </a:solidFill>
            </a:endParaRPr>
          </a:p>
        </p:txBody>
      </p:sp>
      <p:sp>
        <p:nvSpPr>
          <p:cNvPr id="199" name="Google Shape;199;g1dd6c3778f7_1_94"/>
          <p:cNvSpPr txBox="1"/>
          <p:nvPr/>
        </p:nvSpPr>
        <p:spPr>
          <a:xfrm>
            <a:off x="9278975" y="1724400"/>
            <a:ext cx="24528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666666"/>
                </a:solidFill>
              </a:rPr>
              <a:t>Context Delimitado</a:t>
            </a:r>
            <a:endParaRPr sz="19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dd6c3778f7_1_43"/>
          <p:cNvSpPr txBox="1"/>
          <p:nvPr/>
        </p:nvSpPr>
        <p:spPr>
          <a:xfrm>
            <a:off x="1161375" y="3128665"/>
            <a:ext cx="8103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1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Multimoedas</a:t>
            </a:r>
            <a:endParaRPr b="0" sz="41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5" name="Google Shape;205;g1dd6c3778f7_1_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56925" y="6028775"/>
            <a:ext cx="1135076" cy="82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g1dd6c3778f7_1_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02275" y="369800"/>
            <a:ext cx="2798625" cy="6118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07151" y="1249018"/>
            <a:ext cx="4777697" cy="435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56925" y="6028775"/>
            <a:ext cx="1135076" cy="82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g1dd6c3778f7_1_1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56925" y="6028775"/>
            <a:ext cx="1135076" cy="82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g1dd6c3778f7_1_1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91950" y="369800"/>
            <a:ext cx="2798625" cy="6118401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g1dd6c3778f7_1_124"/>
          <p:cNvSpPr txBox="1"/>
          <p:nvPr/>
        </p:nvSpPr>
        <p:spPr>
          <a:xfrm>
            <a:off x="522975" y="2943000"/>
            <a:ext cx="101565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Qual é o domínio aqui ?</a:t>
            </a:r>
            <a:endParaRPr sz="3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g1dd6c3778f7_1_1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56925" y="6028775"/>
            <a:ext cx="1135076" cy="82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g1dd6c3778f7_1_1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91950" y="369800"/>
            <a:ext cx="2798625" cy="6118401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g1dd6c3778f7_1_134"/>
          <p:cNvSpPr/>
          <p:nvPr/>
        </p:nvSpPr>
        <p:spPr>
          <a:xfrm>
            <a:off x="803400" y="698625"/>
            <a:ext cx="5589000" cy="55890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1dd6c3778f7_1_134"/>
          <p:cNvSpPr txBox="1"/>
          <p:nvPr/>
        </p:nvSpPr>
        <p:spPr>
          <a:xfrm>
            <a:off x="2945800" y="931500"/>
            <a:ext cx="2503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/>
              <a:t>Serviços</a:t>
            </a:r>
            <a:endParaRPr b="1" sz="2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g1dd6c3778f7_1_1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56925" y="6028775"/>
            <a:ext cx="1135076" cy="82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g1dd6c3778f7_1_1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91950" y="369800"/>
            <a:ext cx="2798625" cy="6118401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g1dd6c3778f7_1_143"/>
          <p:cNvSpPr/>
          <p:nvPr/>
        </p:nvSpPr>
        <p:spPr>
          <a:xfrm>
            <a:off x="803400" y="698625"/>
            <a:ext cx="5589000" cy="55890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1dd6c3778f7_1_143"/>
          <p:cNvSpPr txBox="1"/>
          <p:nvPr/>
        </p:nvSpPr>
        <p:spPr>
          <a:xfrm>
            <a:off x="2945800" y="931500"/>
            <a:ext cx="2503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/>
              <a:t>Serviços</a:t>
            </a:r>
            <a:endParaRPr b="1" sz="2100"/>
          </a:p>
        </p:txBody>
      </p:sp>
      <p:sp>
        <p:nvSpPr>
          <p:cNvPr id="236" name="Google Shape;236;g1dd6c3778f7_1_143"/>
          <p:cNvSpPr/>
          <p:nvPr/>
        </p:nvSpPr>
        <p:spPr>
          <a:xfrm>
            <a:off x="1210925" y="2496488"/>
            <a:ext cx="1734900" cy="7218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Extrato</a:t>
            </a:r>
            <a:endParaRPr/>
          </a:p>
        </p:txBody>
      </p:sp>
      <p:sp>
        <p:nvSpPr>
          <p:cNvPr id="237" name="Google Shape;237;g1dd6c3778f7_1_143"/>
          <p:cNvSpPr/>
          <p:nvPr/>
        </p:nvSpPr>
        <p:spPr>
          <a:xfrm>
            <a:off x="4254000" y="2496488"/>
            <a:ext cx="1734900" cy="7218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Depositar em reais</a:t>
            </a:r>
            <a:endParaRPr/>
          </a:p>
        </p:txBody>
      </p:sp>
      <p:sp>
        <p:nvSpPr>
          <p:cNvPr id="238" name="Google Shape;238;g1dd6c3778f7_1_143"/>
          <p:cNvSpPr/>
          <p:nvPr/>
        </p:nvSpPr>
        <p:spPr>
          <a:xfrm>
            <a:off x="1210925" y="4031288"/>
            <a:ext cx="1734900" cy="7218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Similar</a:t>
            </a:r>
            <a:r>
              <a:rPr lang="en-US"/>
              <a:t> Limites da conta</a:t>
            </a:r>
            <a:endParaRPr/>
          </a:p>
        </p:txBody>
      </p:sp>
      <p:sp>
        <p:nvSpPr>
          <p:cNvPr id="239" name="Google Shape;239;g1dd6c3778f7_1_143"/>
          <p:cNvSpPr/>
          <p:nvPr/>
        </p:nvSpPr>
        <p:spPr>
          <a:xfrm>
            <a:off x="2628175" y="3287838"/>
            <a:ext cx="1734900" cy="7218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Transferir</a:t>
            </a:r>
            <a:endParaRPr/>
          </a:p>
        </p:txBody>
      </p:sp>
      <p:sp>
        <p:nvSpPr>
          <p:cNvPr id="240" name="Google Shape;240;g1dd6c3778f7_1_143"/>
          <p:cNvSpPr/>
          <p:nvPr/>
        </p:nvSpPr>
        <p:spPr>
          <a:xfrm>
            <a:off x="4254000" y="4009650"/>
            <a:ext cx="1734900" cy="7218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Dúvidas frequentes</a:t>
            </a:r>
            <a:endParaRPr/>
          </a:p>
        </p:txBody>
      </p:sp>
      <p:sp>
        <p:nvSpPr>
          <p:cNvPr id="241" name="Google Shape;241;g1dd6c3778f7_1_143"/>
          <p:cNvSpPr/>
          <p:nvPr/>
        </p:nvSpPr>
        <p:spPr>
          <a:xfrm>
            <a:off x="2730450" y="1705125"/>
            <a:ext cx="1734900" cy="7218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Saldos consolidados</a:t>
            </a:r>
            <a:endParaRPr/>
          </a:p>
        </p:txBody>
      </p:sp>
      <p:sp>
        <p:nvSpPr>
          <p:cNvPr id="242" name="Google Shape;242;g1dd6c3778f7_1_143"/>
          <p:cNvSpPr/>
          <p:nvPr/>
        </p:nvSpPr>
        <p:spPr>
          <a:xfrm>
            <a:off x="2298925" y="4930350"/>
            <a:ext cx="2556300" cy="984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Simular</a:t>
            </a:r>
            <a:r>
              <a:rPr b="1" lang="en-US"/>
              <a:t> conversão</a:t>
            </a:r>
            <a:endParaRPr b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g1dd6c3778f7_1_1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14001" y="1738044"/>
            <a:ext cx="4777697" cy="435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g1dd6c3778f7_1_1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56925" y="6028775"/>
            <a:ext cx="1135076" cy="829225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g1dd6c3778f7_1_171"/>
          <p:cNvSpPr txBox="1"/>
          <p:nvPr/>
        </p:nvSpPr>
        <p:spPr>
          <a:xfrm>
            <a:off x="2549925" y="733550"/>
            <a:ext cx="6392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/>
              <a:t>Ok.. como eu organizo tecnicamente ?</a:t>
            </a:r>
            <a:endParaRPr b="1" sz="26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g1dd6c3778f7_1_1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95300" y="-64450"/>
            <a:ext cx="12906176" cy="750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g1dd6c3778f7_1_1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56925" y="6170575"/>
            <a:ext cx="1135076" cy="829225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g1dd6c3778f7_1_177"/>
          <p:cNvSpPr txBox="1"/>
          <p:nvPr/>
        </p:nvSpPr>
        <p:spPr>
          <a:xfrm>
            <a:off x="4576300" y="257825"/>
            <a:ext cx="4563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Modularização!!</a:t>
            </a:r>
            <a:endParaRPr b="1" sz="2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g1dd6c3778f7_1_1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56925" y="6028775"/>
            <a:ext cx="1135076" cy="829225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g1dd6c3778f7_1_186"/>
          <p:cNvSpPr/>
          <p:nvPr/>
        </p:nvSpPr>
        <p:spPr>
          <a:xfrm>
            <a:off x="223300" y="415025"/>
            <a:ext cx="4051800" cy="40518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g1dd6c3778f7_1_186"/>
          <p:cNvSpPr txBox="1"/>
          <p:nvPr/>
        </p:nvSpPr>
        <p:spPr>
          <a:xfrm>
            <a:off x="1366450" y="583850"/>
            <a:ext cx="17016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/>
              <a:t>SDK</a:t>
            </a:r>
            <a:br>
              <a:rPr b="1" lang="en-US" sz="2100"/>
            </a:br>
            <a:r>
              <a:rPr b="1" lang="en-US" sz="1000"/>
              <a:t>(contexto de negócio)</a:t>
            </a:r>
            <a:endParaRPr b="1" sz="1000"/>
          </a:p>
        </p:txBody>
      </p:sp>
      <p:sp>
        <p:nvSpPr>
          <p:cNvPr id="264" name="Google Shape;264;g1dd6c3778f7_1_186"/>
          <p:cNvSpPr/>
          <p:nvPr/>
        </p:nvSpPr>
        <p:spPr>
          <a:xfrm>
            <a:off x="2601538" y="1627779"/>
            <a:ext cx="936900" cy="3897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…</a:t>
            </a:r>
            <a:endParaRPr/>
          </a:p>
        </p:txBody>
      </p:sp>
      <p:sp>
        <p:nvSpPr>
          <p:cNvPr id="265" name="Google Shape;265;g1dd6c3778f7_1_186"/>
          <p:cNvSpPr/>
          <p:nvPr/>
        </p:nvSpPr>
        <p:spPr>
          <a:xfrm>
            <a:off x="996838" y="2996704"/>
            <a:ext cx="2556300" cy="984600"/>
          </a:xfrm>
          <a:prstGeom prst="ellipse">
            <a:avLst/>
          </a:prstGeom>
          <a:solidFill>
            <a:schemeClr val="lt1"/>
          </a:solidFill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Feature</a:t>
            </a:r>
            <a:br>
              <a:rPr b="1" lang="en-US"/>
            </a:br>
            <a:r>
              <a:rPr lang="en-US" sz="900"/>
              <a:t>(Subdomínio)</a:t>
            </a:r>
            <a:endParaRPr sz="900"/>
          </a:p>
        </p:txBody>
      </p:sp>
      <p:sp>
        <p:nvSpPr>
          <p:cNvPr id="266" name="Google Shape;266;g1dd6c3778f7_1_186"/>
          <p:cNvSpPr/>
          <p:nvPr/>
        </p:nvSpPr>
        <p:spPr>
          <a:xfrm>
            <a:off x="865363" y="1627779"/>
            <a:ext cx="936900" cy="3897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…</a:t>
            </a:r>
            <a:endParaRPr/>
          </a:p>
        </p:txBody>
      </p:sp>
      <p:sp>
        <p:nvSpPr>
          <p:cNvPr id="267" name="Google Shape;267;g1dd6c3778f7_1_186"/>
          <p:cNvSpPr/>
          <p:nvPr/>
        </p:nvSpPr>
        <p:spPr>
          <a:xfrm>
            <a:off x="1847888" y="2247801"/>
            <a:ext cx="936900" cy="3897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…</a:t>
            </a:r>
            <a:endParaRPr/>
          </a:p>
        </p:txBody>
      </p:sp>
      <p:sp>
        <p:nvSpPr>
          <p:cNvPr id="268" name="Google Shape;268;g1dd6c3778f7_1_186"/>
          <p:cNvSpPr/>
          <p:nvPr/>
        </p:nvSpPr>
        <p:spPr>
          <a:xfrm>
            <a:off x="3234813" y="2347254"/>
            <a:ext cx="936900" cy="3897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…</a:t>
            </a:r>
            <a:endParaRPr/>
          </a:p>
        </p:txBody>
      </p:sp>
      <p:sp>
        <p:nvSpPr>
          <p:cNvPr id="269" name="Google Shape;269;g1dd6c3778f7_1_186"/>
          <p:cNvSpPr/>
          <p:nvPr/>
        </p:nvSpPr>
        <p:spPr>
          <a:xfrm>
            <a:off x="581563" y="2452329"/>
            <a:ext cx="936900" cy="3897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…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g1dd6c3778f7_1_2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56925" y="6028775"/>
            <a:ext cx="1135076" cy="829225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g1dd6c3778f7_1_219"/>
          <p:cNvSpPr/>
          <p:nvPr/>
        </p:nvSpPr>
        <p:spPr>
          <a:xfrm>
            <a:off x="223300" y="415025"/>
            <a:ext cx="4051800" cy="40518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1dd6c3778f7_1_219"/>
          <p:cNvSpPr txBox="1"/>
          <p:nvPr/>
        </p:nvSpPr>
        <p:spPr>
          <a:xfrm>
            <a:off x="1366450" y="583850"/>
            <a:ext cx="17016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/>
              <a:t>SDK</a:t>
            </a:r>
            <a:br>
              <a:rPr b="1" lang="en-US" sz="2100"/>
            </a:br>
            <a:r>
              <a:rPr b="1" lang="en-US" sz="1000"/>
              <a:t>(contexto de negócio)</a:t>
            </a:r>
            <a:endParaRPr b="1" sz="1000"/>
          </a:p>
        </p:txBody>
      </p:sp>
      <p:sp>
        <p:nvSpPr>
          <p:cNvPr id="277" name="Google Shape;277;g1dd6c3778f7_1_219"/>
          <p:cNvSpPr/>
          <p:nvPr/>
        </p:nvSpPr>
        <p:spPr>
          <a:xfrm>
            <a:off x="2601538" y="1627779"/>
            <a:ext cx="936900" cy="3897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…</a:t>
            </a:r>
            <a:endParaRPr/>
          </a:p>
        </p:txBody>
      </p:sp>
      <p:sp>
        <p:nvSpPr>
          <p:cNvPr id="278" name="Google Shape;278;g1dd6c3778f7_1_219"/>
          <p:cNvSpPr/>
          <p:nvPr/>
        </p:nvSpPr>
        <p:spPr>
          <a:xfrm>
            <a:off x="996838" y="2996704"/>
            <a:ext cx="2556300" cy="984600"/>
          </a:xfrm>
          <a:prstGeom prst="ellipse">
            <a:avLst/>
          </a:prstGeom>
          <a:solidFill>
            <a:schemeClr val="lt1"/>
          </a:solidFill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Feature</a:t>
            </a:r>
            <a:br>
              <a:rPr b="1" lang="en-US"/>
            </a:br>
            <a:r>
              <a:rPr lang="en-US" sz="900"/>
              <a:t>(Subdomínio)</a:t>
            </a:r>
            <a:endParaRPr sz="900"/>
          </a:p>
        </p:txBody>
      </p:sp>
      <p:sp>
        <p:nvSpPr>
          <p:cNvPr id="279" name="Google Shape;279;g1dd6c3778f7_1_219"/>
          <p:cNvSpPr/>
          <p:nvPr/>
        </p:nvSpPr>
        <p:spPr>
          <a:xfrm>
            <a:off x="865363" y="1627779"/>
            <a:ext cx="936900" cy="3897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…</a:t>
            </a:r>
            <a:endParaRPr/>
          </a:p>
        </p:txBody>
      </p:sp>
      <p:sp>
        <p:nvSpPr>
          <p:cNvPr id="280" name="Google Shape;280;g1dd6c3778f7_1_219"/>
          <p:cNvSpPr/>
          <p:nvPr/>
        </p:nvSpPr>
        <p:spPr>
          <a:xfrm>
            <a:off x="1847888" y="2247801"/>
            <a:ext cx="936900" cy="3897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…</a:t>
            </a:r>
            <a:endParaRPr/>
          </a:p>
        </p:txBody>
      </p:sp>
      <p:sp>
        <p:nvSpPr>
          <p:cNvPr id="281" name="Google Shape;281;g1dd6c3778f7_1_219"/>
          <p:cNvSpPr/>
          <p:nvPr/>
        </p:nvSpPr>
        <p:spPr>
          <a:xfrm>
            <a:off x="3234813" y="2347254"/>
            <a:ext cx="936900" cy="3897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…</a:t>
            </a:r>
            <a:endParaRPr/>
          </a:p>
        </p:txBody>
      </p:sp>
      <p:sp>
        <p:nvSpPr>
          <p:cNvPr id="282" name="Google Shape;282;g1dd6c3778f7_1_219"/>
          <p:cNvSpPr/>
          <p:nvPr/>
        </p:nvSpPr>
        <p:spPr>
          <a:xfrm>
            <a:off x="581563" y="2452329"/>
            <a:ext cx="936900" cy="3897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…</a:t>
            </a:r>
            <a:endParaRPr/>
          </a:p>
        </p:txBody>
      </p:sp>
      <p:sp>
        <p:nvSpPr>
          <p:cNvPr id="283" name="Google Shape;283;g1dd6c3778f7_1_219"/>
          <p:cNvSpPr txBox="1"/>
          <p:nvPr/>
        </p:nvSpPr>
        <p:spPr>
          <a:xfrm>
            <a:off x="7373650" y="360950"/>
            <a:ext cx="2410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/>
              <a:t>DomainSDK</a:t>
            </a:r>
            <a:endParaRPr b="1" sz="2000"/>
          </a:p>
        </p:txBody>
      </p:sp>
      <p:sp>
        <p:nvSpPr>
          <p:cNvPr id="284" name="Google Shape;284;g1dd6c3778f7_1_219"/>
          <p:cNvSpPr/>
          <p:nvPr/>
        </p:nvSpPr>
        <p:spPr>
          <a:xfrm>
            <a:off x="5316550" y="1627775"/>
            <a:ext cx="1701600" cy="789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/>
              <a:t>commons</a:t>
            </a:r>
            <a:endParaRPr b="1" sz="1700">
              <a:solidFill>
                <a:srgbClr val="3C78D8"/>
              </a:solidFill>
            </a:endParaRPr>
          </a:p>
        </p:txBody>
      </p:sp>
      <p:sp>
        <p:nvSpPr>
          <p:cNvPr id="285" name="Google Shape;285;g1dd6c3778f7_1_219"/>
          <p:cNvSpPr/>
          <p:nvPr/>
        </p:nvSpPr>
        <p:spPr>
          <a:xfrm>
            <a:off x="9549900" y="1627775"/>
            <a:ext cx="2000400" cy="789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/>
              <a:t>Components</a:t>
            </a:r>
            <a:endParaRPr b="1" sz="1700">
              <a:solidFill>
                <a:srgbClr val="3C78D8"/>
              </a:solidFill>
            </a:endParaRPr>
          </a:p>
        </p:txBody>
      </p:sp>
      <p:sp>
        <p:nvSpPr>
          <p:cNvPr id="286" name="Google Shape;286;g1dd6c3778f7_1_219"/>
          <p:cNvSpPr/>
          <p:nvPr/>
        </p:nvSpPr>
        <p:spPr>
          <a:xfrm>
            <a:off x="6010350" y="3494675"/>
            <a:ext cx="1701600" cy="789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/>
              <a:t>feature1</a:t>
            </a:r>
            <a:endParaRPr b="1" sz="1700">
              <a:solidFill>
                <a:srgbClr val="3C78D8"/>
              </a:solidFill>
            </a:endParaRPr>
          </a:p>
        </p:txBody>
      </p:sp>
      <p:sp>
        <p:nvSpPr>
          <p:cNvPr id="287" name="Google Shape;287;g1dd6c3778f7_1_219"/>
          <p:cNvSpPr/>
          <p:nvPr/>
        </p:nvSpPr>
        <p:spPr>
          <a:xfrm>
            <a:off x="8946250" y="3494675"/>
            <a:ext cx="1701600" cy="789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/>
              <a:t>feature2</a:t>
            </a:r>
            <a:endParaRPr b="1" sz="1700">
              <a:solidFill>
                <a:srgbClr val="3C78D8"/>
              </a:solidFill>
            </a:endParaRPr>
          </a:p>
        </p:txBody>
      </p:sp>
      <p:sp>
        <p:nvSpPr>
          <p:cNvPr id="288" name="Google Shape;288;g1dd6c3778f7_1_219"/>
          <p:cNvSpPr/>
          <p:nvPr/>
        </p:nvSpPr>
        <p:spPr>
          <a:xfrm>
            <a:off x="7531475" y="5454100"/>
            <a:ext cx="1701600" cy="984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/>
              <a:t>network</a:t>
            </a:r>
            <a:endParaRPr b="1" sz="1700">
              <a:solidFill>
                <a:srgbClr val="3C78D8"/>
              </a:solidFill>
            </a:endParaRPr>
          </a:p>
        </p:txBody>
      </p:sp>
      <p:sp>
        <p:nvSpPr>
          <p:cNvPr id="289" name="Google Shape;289;g1dd6c3778f7_1_219"/>
          <p:cNvSpPr/>
          <p:nvPr/>
        </p:nvSpPr>
        <p:spPr>
          <a:xfrm>
            <a:off x="4275100" y="5454100"/>
            <a:ext cx="1701600" cy="984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/>
              <a:t>shared</a:t>
            </a:r>
            <a:endParaRPr b="1" sz="1700">
              <a:solidFill>
                <a:srgbClr val="3C78D8"/>
              </a:solidFill>
            </a:endParaRPr>
          </a:p>
        </p:txBody>
      </p:sp>
      <p:cxnSp>
        <p:nvCxnSpPr>
          <p:cNvPr id="290" name="Google Shape;290;g1dd6c3778f7_1_219"/>
          <p:cNvCxnSpPr>
            <a:stCxn id="284" idx="2"/>
            <a:endCxn id="286" idx="0"/>
          </p:cNvCxnSpPr>
          <p:nvPr/>
        </p:nvCxnSpPr>
        <p:spPr>
          <a:xfrm>
            <a:off x="6167350" y="2417075"/>
            <a:ext cx="693900" cy="107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1" name="Google Shape;291;g1dd6c3778f7_1_219"/>
          <p:cNvCxnSpPr>
            <a:stCxn id="284" idx="2"/>
            <a:endCxn id="287" idx="0"/>
          </p:cNvCxnSpPr>
          <p:nvPr/>
        </p:nvCxnSpPr>
        <p:spPr>
          <a:xfrm>
            <a:off x="6167350" y="2417075"/>
            <a:ext cx="3629700" cy="107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2" name="Google Shape;292;g1dd6c3778f7_1_219"/>
          <p:cNvCxnSpPr>
            <a:stCxn id="285" idx="2"/>
            <a:endCxn id="286" idx="0"/>
          </p:cNvCxnSpPr>
          <p:nvPr/>
        </p:nvCxnSpPr>
        <p:spPr>
          <a:xfrm flipH="1">
            <a:off x="6861000" y="2417075"/>
            <a:ext cx="3689100" cy="107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3" name="Google Shape;293;g1dd6c3778f7_1_219"/>
          <p:cNvCxnSpPr>
            <a:stCxn id="285" idx="2"/>
            <a:endCxn id="287" idx="0"/>
          </p:cNvCxnSpPr>
          <p:nvPr/>
        </p:nvCxnSpPr>
        <p:spPr>
          <a:xfrm flipH="1">
            <a:off x="9797100" y="2417075"/>
            <a:ext cx="753000" cy="107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4" name="Google Shape;294;g1dd6c3778f7_1_219"/>
          <p:cNvCxnSpPr>
            <a:stCxn id="288" idx="0"/>
            <a:endCxn id="286" idx="2"/>
          </p:cNvCxnSpPr>
          <p:nvPr/>
        </p:nvCxnSpPr>
        <p:spPr>
          <a:xfrm rot="10800000">
            <a:off x="6861275" y="4284100"/>
            <a:ext cx="1521000" cy="117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5" name="Google Shape;295;g1dd6c3778f7_1_219"/>
          <p:cNvCxnSpPr>
            <a:stCxn id="288" idx="0"/>
            <a:endCxn id="287" idx="2"/>
          </p:cNvCxnSpPr>
          <p:nvPr/>
        </p:nvCxnSpPr>
        <p:spPr>
          <a:xfrm flipH="1" rot="10800000">
            <a:off x="8382275" y="4284100"/>
            <a:ext cx="1414800" cy="117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6" name="Google Shape;296;g1dd6c3778f7_1_219"/>
          <p:cNvCxnSpPr>
            <a:stCxn id="289" idx="0"/>
            <a:endCxn id="286" idx="2"/>
          </p:cNvCxnSpPr>
          <p:nvPr/>
        </p:nvCxnSpPr>
        <p:spPr>
          <a:xfrm flipH="1" rot="10800000">
            <a:off x="5125900" y="4284100"/>
            <a:ext cx="1735200" cy="117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7" name="Google Shape;297;g1dd6c3778f7_1_219"/>
          <p:cNvCxnSpPr>
            <a:stCxn id="289" idx="0"/>
            <a:endCxn id="287" idx="2"/>
          </p:cNvCxnSpPr>
          <p:nvPr/>
        </p:nvCxnSpPr>
        <p:spPr>
          <a:xfrm flipH="1" rot="10800000">
            <a:off x="5125900" y="4284100"/>
            <a:ext cx="4671300" cy="117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8" name="Google Shape;298;g1dd6c3778f7_1_219"/>
          <p:cNvSpPr/>
          <p:nvPr/>
        </p:nvSpPr>
        <p:spPr>
          <a:xfrm>
            <a:off x="1083200" y="5454100"/>
            <a:ext cx="1701600" cy="984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/>
              <a:t>database</a:t>
            </a:r>
            <a:endParaRPr b="1" sz="1700">
              <a:solidFill>
                <a:srgbClr val="3C78D8"/>
              </a:solidFill>
            </a:endParaRPr>
          </a:p>
        </p:txBody>
      </p:sp>
      <p:cxnSp>
        <p:nvCxnSpPr>
          <p:cNvPr id="299" name="Google Shape;299;g1dd6c3778f7_1_219"/>
          <p:cNvCxnSpPr>
            <a:stCxn id="298" idx="0"/>
            <a:endCxn id="286" idx="1"/>
          </p:cNvCxnSpPr>
          <p:nvPr/>
        </p:nvCxnSpPr>
        <p:spPr>
          <a:xfrm flipH="1" rot="10800000">
            <a:off x="1934000" y="3889300"/>
            <a:ext cx="4076400" cy="156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0" name="Google Shape;300;g1dd6c3778f7_1_219"/>
          <p:cNvCxnSpPr>
            <a:stCxn id="298" idx="0"/>
            <a:endCxn id="287" idx="2"/>
          </p:cNvCxnSpPr>
          <p:nvPr/>
        </p:nvCxnSpPr>
        <p:spPr>
          <a:xfrm flipH="1" rot="10800000">
            <a:off x="1934000" y="4284100"/>
            <a:ext cx="7863000" cy="117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g1dd6c3778f7_1_2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56925" y="6028775"/>
            <a:ext cx="1135076" cy="829225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g1dd6c3778f7_1_275"/>
          <p:cNvSpPr/>
          <p:nvPr/>
        </p:nvSpPr>
        <p:spPr>
          <a:xfrm>
            <a:off x="223300" y="415025"/>
            <a:ext cx="4051800" cy="40518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g1dd6c3778f7_1_275"/>
          <p:cNvSpPr txBox="1"/>
          <p:nvPr/>
        </p:nvSpPr>
        <p:spPr>
          <a:xfrm>
            <a:off x="1366450" y="583850"/>
            <a:ext cx="17016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/>
              <a:t>Service</a:t>
            </a:r>
            <a:r>
              <a:rPr b="1" lang="en-US" sz="2100"/>
              <a:t>SDK</a:t>
            </a:r>
            <a:br>
              <a:rPr b="1" lang="en-US" sz="2100"/>
            </a:br>
            <a:r>
              <a:rPr b="1" lang="en-US" sz="1000"/>
              <a:t>(contexto de negócio)</a:t>
            </a:r>
            <a:endParaRPr b="1" sz="1000"/>
          </a:p>
        </p:txBody>
      </p:sp>
      <p:sp>
        <p:nvSpPr>
          <p:cNvPr id="308" name="Google Shape;308;g1dd6c3778f7_1_275"/>
          <p:cNvSpPr/>
          <p:nvPr/>
        </p:nvSpPr>
        <p:spPr>
          <a:xfrm>
            <a:off x="2601538" y="1627779"/>
            <a:ext cx="936900" cy="3897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…</a:t>
            </a:r>
            <a:endParaRPr/>
          </a:p>
        </p:txBody>
      </p:sp>
      <p:sp>
        <p:nvSpPr>
          <p:cNvPr id="309" name="Google Shape;309;g1dd6c3778f7_1_275"/>
          <p:cNvSpPr/>
          <p:nvPr/>
        </p:nvSpPr>
        <p:spPr>
          <a:xfrm>
            <a:off x="996838" y="2996704"/>
            <a:ext cx="2556300" cy="984600"/>
          </a:xfrm>
          <a:prstGeom prst="ellipse">
            <a:avLst/>
          </a:prstGeom>
          <a:solidFill>
            <a:schemeClr val="lt1"/>
          </a:solidFill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SimulateConversion</a:t>
            </a:r>
            <a:br>
              <a:rPr b="1" lang="en-US"/>
            </a:br>
            <a:r>
              <a:rPr lang="en-US" sz="900"/>
              <a:t>(Subdomínio)</a:t>
            </a:r>
            <a:endParaRPr sz="900"/>
          </a:p>
        </p:txBody>
      </p:sp>
      <p:sp>
        <p:nvSpPr>
          <p:cNvPr id="310" name="Google Shape;310;g1dd6c3778f7_1_275"/>
          <p:cNvSpPr/>
          <p:nvPr/>
        </p:nvSpPr>
        <p:spPr>
          <a:xfrm>
            <a:off x="865363" y="1627779"/>
            <a:ext cx="936900" cy="3897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…</a:t>
            </a:r>
            <a:endParaRPr/>
          </a:p>
        </p:txBody>
      </p:sp>
      <p:sp>
        <p:nvSpPr>
          <p:cNvPr id="311" name="Google Shape;311;g1dd6c3778f7_1_275"/>
          <p:cNvSpPr/>
          <p:nvPr/>
        </p:nvSpPr>
        <p:spPr>
          <a:xfrm>
            <a:off x="1847888" y="2247801"/>
            <a:ext cx="936900" cy="3897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…</a:t>
            </a:r>
            <a:endParaRPr/>
          </a:p>
        </p:txBody>
      </p:sp>
      <p:sp>
        <p:nvSpPr>
          <p:cNvPr id="312" name="Google Shape;312;g1dd6c3778f7_1_275"/>
          <p:cNvSpPr/>
          <p:nvPr/>
        </p:nvSpPr>
        <p:spPr>
          <a:xfrm>
            <a:off x="3234813" y="2347254"/>
            <a:ext cx="936900" cy="3897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…</a:t>
            </a:r>
            <a:endParaRPr/>
          </a:p>
        </p:txBody>
      </p:sp>
      <p:sp>
        <p:nvSpPr>
          <p:cNvPr id="313" name="Google Shape;313;g1dd6c3778f7_1_275"/>
          <p:cNvSpPr/>
          <p:nvPr/>
        </p:nvSpPr>
        <p:spPr>
          <a:xfrm>
            <a:off x="581563" y="2452329"/>
            <a:ext cx="936900" cy="3897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…</a:t>
            </a:r>
            <a:endParaRPr/>
          </a:p>
        </p:txBody>
      </p:sp>
      <p:sp>
        <p:nvSpPr>
          <p:cNvPr id="314" name="Google Shape;314;g1dd6c3778f7_1_275"/>
          <p:cNvSpPr txBox="1"/>
          <p:nvPr/>
        </p:nvSpPr>
        <p:spPr>
          <a:xfrm>
            <a:off x="7373650" y="360950"/>
            <a:ext cx="2410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/>
              <a:t>Service</a:t>
            </a:r>
            <a:r>
              <a:rPr b="1" lang="en-US" sz="2000"/>
              <a:t>SDK</a:t>
            </a:r>
            <a:endParaRPr b="1" sz="2000"/>
          </a:p>
        </p:txBody>
      </p:sp>
      <p:sp>
        <p:nvSpPr>
          <p:cNvPr id="315" name="Google Shape;315;g1dd6c3778f7_1_275"/>
          <p:cNvSpPr/>
          <p:nvPr/>
        </p:nvSpPr>
        <p:spPr>
          <a:xfrm>
            <a:off x="5316550" y="1627775"/>
            <a:ext cx="1701600" cy="789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/>
              <a:t>commons</a:t>
            </a:r>
            <a:br>
              <a:rPr b="1" lang="en-US" sz="1700"/>
            </a:br>
            <a:r>
              <a:rPr b="1" lang="en-US" sz="1700">
                <a:solidFill>
                  <a:srgbClr val="3C78D8"/>
                </a:solidFill>
              </a:rPr>
              <a:t>+ commons</a:t>
            </a:r>
            <a:endParaRPr b="1" sz="1700">
              <a:solidFill>
                <a:srgbClr val="3C78D8"/>
              </a:solidFill>
            </a:endParaRPr>
          </a:p>
        </p:txBody>
      </p:sp>
      <p:sp>
        <p:nvSpPr>
          <p:cNvPr id="316" name="Google Shape;316;g1dd6c3778f7_1_275"/>
          <p:cNvSpPr/>
          <p:nvPr/>
        </p:nvSpPr>
        <p:spPr>
          <a:xfrm>
            <a:off x="9549900" y="1627775"/>
            <a:ext cx="2000400" cy="789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/>
              <a:t>Components</a:t>
            </a:r>
            <a:br>
              <a:rPr b="1" lang="en-US" sz="1700"/>
            </a:br>
            <a:r>
              <a:rPr b="1" lang="en-US" sz="1700">
                <a:solidFill>
                  <a:srgbClr val="3C78D8"/>
                </a:solidFill>
              </a:rPr>
              <a:t>+ designSystem</a:t>
            </a:r>
            <a:endParaRPr b="1" sz="1700">
              <a:solidFill>
                <a:srgbClr val="3C78D8"/>
              </a:solidFill>
            </a:endParaRPr>
          </a:p>
        </p:txBody>
      </p:sp>
      <p:sp>
        <p:nvSpPr>
          <p:cNvPr id="317" name="Google Shape;317;g1dd6c3778f7_1_275"/>
          <p:cNvSpPr/>
          <p:nvPr/>
        </p:nvSpPr>
        <p:spPr>
          <a:xfrm>
            <a:off x="6010350" y="3494675"/>
            <a:ext cx="1701600" cy="789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/>
              <a:t>SimuateConversion</a:t>
            </a:r>
            <a:endParaRPr b="1" sz="1200">
              <a:solidFill>
                <a:srgbClr val="3C78D8"/>
              </a:solidFill>
            </a:endParaRPr>
          </a:p>
        </p:txBody>
      </p:sp>
      <p:sp>
        <p:nvSpPr>
          <p:cNvPr id="318" name="Google Shape;318;g1dd6c3778f7_1_275"/>
          <p:cNvSpPr/>
          <p:nvPr/>
        </p:nvSpPr>
        <p:spPr>
          <a:xfrm>
            <a:off x="8946250" y="3494675"/>
            <a:ext cx="1701600" cy="789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/>
              <a:t>Transfer</a:t>
            </a:r>
            <a:endParaRPr b="1" sz="1700">
              <a:solidFill>
                <a:srgbClr val="3C78D8"/>
              </a:solidFill>
            </a:endParaRPr>
          </a:p>
        </p:txBody>
      </p:sp>
      <p:sp>
        <p:nvSpPr>
          <p:cNvPr id="319" name="Google Shape;319;g1dd6c3778f7_1_275"/>
          <p:cNvSpPr/>
          <p:nvPr/>
        </p:nvSpPr>
        <p:spPr>
          <a:xfrm>
            <a:off x="7531475" y="5454100"/>
            <a:ext cx="1701600" cy="984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/>
              <a:t>network</a:t>
            </a:r>
            <a:br>
              <a:rPr b="1" lang="en-US" sz="1700"/>
            </a:br>
            <a:r>
              <a:rPr b="1" lang="en-US" sz="1700">
                <a:solidFill>
                  <a:srgbClr val="3C78D8"/>
                </a:solidFill>
              </a:rPr>
              <a:t>+ network</a:t>
            </a:r>
            <a:br>
              <a:rPr b="1" lang="en-US" sz="1700">
                <a:solidFill>
                  <a:srgbClr val="3C78D8"/>
                </a:solidFill>
              </a:rPr>
            </a:br>
            <a:r>
              <a:rPr b="1" lang="en-US" sz="1700">
                <a:solidFill>
                  <a:srgbClr val="3C78D8"/>
                </a:solidFill>
              </a:rPr>
              <a:t>+ security</a:t>
            </a:r>
            <a:endParaRPr b="1" sz="1700">
              <a:solidFill>
                <a:srgbClr val="3C78D8"/>
              </a:solidFill>
            </a:endParaRPr>
          </a:p>
        </p:txBody>
      </p:sp>
      <p:sp>
        <p:nvSpPr>
          <p:cNvPr id="320" name="Google Shape;320;g1dd6c3778f7_1_275"/>
          <p:cNvSpPr/>
          <p:nvPr/>
        </p:nvSpPr>
        <p:spPr>
          <a:xfrm>
            <a:off x="4275100" y="5454100"/>
            <a:ext cx="1701600" cy="984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/>
              <a:t>shared</a:t>
            </a:r>
            <a:br>
              <a:rPr b="1" lang="en-US" sz="1700"/>
            </a:br>
            <a:r>
              <a:rPr b="1" lang="en-US" sz="1700">
                <a:solidFill>
                  <a:srgbClr val="3C78D8"/>
                </a:solidFill>
              </a:rPr>
              <a:t>+ firebase</a:t>
            </a:r>
            <a:br>
              <a:rPr b="1" lang="en-US" sz="1700">
                <a:solidFill>
                  <a:srgbClr val="3C78D8"/>
                </a:solidFill>
              </a:rPr>
            </a:br>
            <a:r>
              <a:rPr b="1" lang="en-US" sz="1700">
                <a:solidFill>
                  <a:srgbClr val="3C78D8"/>
                </a:solidFill>
              </a:rPr>
              <a:t>+ etx</a:t>
            </a:r>
            <a:endParaRPr b="1" sz="1700">
              <a:solidFill>
                <a:srgbClr val="3C78D8"/>
              </a:solidFill>
            </a:endParaRPr>
          </a:p>
        </p:txBody>
      </p:sp>
      <p:cxnSp>
        <p:nvCxnSpPr>
          <p:cNvPr id="321" name="Google Shape;321;g1dd6c3778f7_1_275"/>
          <p:cNvCxnSpPr>
            <a:stCxn id="315" idx="2"/>
            <a:endCxn id="317" idx="0"/>
          </p:cNvCxnSpPr>
          <p:nvPr/>
        </p:nvCxnSpPr>
        <p:spPr>
          <a:xfrm>
            <a:off x="6167350" y="2417075"/>
            <a:ext cx="693900" cy="107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2" name="Google Shape;322;g1dd6c3778f7_1_275"/>
          <p:cNvCxnSpPr>
            <a:stCxn id="315" idx="2"/>
            <a:endCxn id="318" idx="0"/>
          </p:cNvCxnSpPr>
          <p:nvPr/>
        </p:nvCxnSpPr>
        <p:spPr>
          <a:xfrm>
            <a:off x="6167350" y="2417075"/>
            <a:ext cx="3629700" cy="107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3" name="Google Shape;323;g1dd6c3778f7_1_275"/>
          <p:cNvCxnSpPr>
            <a:stCxn id="316" idx="2"/>
            <a:endCxn id="317" idx="0"/>
          </p:cNvCxnSpPr>
          <p:nvPr/>
        </p:nvCxnSpPr>
        <p:spPr>
          <a:xfrm flipH="1">
            <a:off x="6861000" y="2417075"/>
            <a:ext cx="3689100" cy="107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4" name="Google Shape;324;g1dd6c3778f7_1_275"/>
          <p:cNvCxnSpPr>
            <a:stCxn id="316" idx="2"/>
            <a:endCxn id="318" idx="0"/>
          </p:cNvCxnSpPr>
          <p:nvPr/>
        </p:nvCxnSpPr>
        <p:spPr>
          <a:xfrm flipH="1">
            <a:off x="9797100" y="2417075"/>
            <a:ext cx="753000" cy="107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5" name="Google Shape;325;g1dd6c3778f7_1_275"/>
          <p:cNvCxnSpPr>
            <a:stCxn id="319" idx="0"/>
            <a:endCxn id="317" idx="2"/>
          </p:cNvCxnSpPr>
          <p:nvPr/>
        </p:nvCxnSpPr>
        <p:spPr>
          <a:xfrm rot="10800000">
            <a:off x="6861275" y="4284100"/>
            <a:ext cx="1521000" cy="117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6" name="Google Shape;326;g1dd6c3778f7_1_275"/>
          <p:cNvCxnSpPr>
            <a:stCxn id="319" idx="0"/>
            <a:endCxn id="318" idx="2"/>
          </p:cNvCxnSpPr>
          <p:nvPr/>
        </p:nvCxnSpPr>
        <p:spPr>
          <a:xfrm flipH="1" rot="10800000">
            <a:off x="8382275" y="4284100"/>
            <a:ext cx="1414800" cy="117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7" name="Google Shape;327;g1dd6c3778f7_1_275"/>
          <p:cNvCxnSpPr>
            <a:stCxn id="320" idx="0"/>
            <a:endCxn id="317" idx="2"/>
          </p:cNvCxnSpPr>
          <p:nvPr/>
        </p:nvCxnSpPr>
        <p:spPr>
          <a:xfrm flipH="1" rot="10800000">
            <a:off x="5125900" y="4284100"/>
            <a:ext cx="1735200" cy="117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8" name="Google Shape;328;g1dd6c3778f7_1_275"/>
          <p:cNvCxnSpPr>
            <a:stCxn id="320" idx="0"/>
            <a:endCxn id="318" idx="2"/>
          </p:cNvCxnSpPr>
          <p:nvPr/>
        </p:nvCxnSpPr>
        <p:spPr>
          <a:xfrm flipH="1" rot="10800000">
            <a:off x="5125900" y="4284100"/>
            <a:ext cx="4671300" cy="117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9" name="Google Shape;329;g1dd6c3778f7_1_275"/>
          <p:cNvSpPr/>
          <p:nvPr/>
        </p:nvSpPr>
        <p:spPr>
          <a:xfrm>
            <a:off x="1083200" y="5454100"/>
            <a:ext cx="1701600" cy="984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/>
              <a:t>database</a:t>
            </a:r>
            <a:endParaRPr b="1" sz="1700">
              <a:solidFill>
                <a:srgbClr val="3C78D8"/>
              </a:solidFill>
            </a:endParaRPr>
          </a:p>
        </p:txBody>
      </p:sp>
      <p:cxnSp>
        <p:nvCxnSpPr>
          <p:cNvPr id="330" name="Google Shape;330;g1dd6c3778f7_1_275"/>
          <p:cNvCxnSpPr>
            <a:stCxn id="329" idx="0"/>
            <a:endCxn id="317" idx="2"/>
          </p:cNvCxnSpPr>
          <p:nvPr/>
        </p:nvCxnSpPr>
        <p:spPr>
          <a:xfrm flipH="1" rot="10800000">
            <a:off x="1934000" y="4284100"/>
            <a:ext cx="4927200" cy="117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1" name="Google Shape;331;g1dd6c3778f7_1_275"/>
          <p:cNvCxnSpPr>
            <a:stCxn id="329" idx="0"/>
            <a:endCxn id="318" idx="2"/>
          </p:cNvCxnSpPr>
          <p:nvPr/>
        </p:nvCxnSpPr>
        <p:spPr>
          <a:xfrm flipH="1" rot="10800000">
            <a:off x="1934000" y="4284100"/>
            <a:ext cx="7863000" cy="117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g1dd6c3778f7_1_2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7500" y="-247225"/>
            <a:ext cx="8497449" cy="71655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Google Shape;34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78150" y="1149350"/>
            <a:ext cx="6235700" cy="455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56925" y="6028775"/>
            <a:ext cx="1135076" cy="82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9"/>
          <p:cNvSpPr txBox="1"/>
          <p:nvPr/>
        </p:nvSpPr>
        <p:spPr>
          <a:xfrm>
            <a:off x="3493450" y="3017525"/>
            <a:ext cx="9033900" cy="9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666666"/>
                </a:solidFill>
                <a:latin typeface="Pacifico"/>
                <a:ea typeface="Pacifico"/>
                <a:cs typeface="Pacifico"/>
                <a:sym typeface="Pacifico"/>
              </a:rPr>
              <a:t>to be continued..</a:t>
            </a:r>
            <a:endParaRPr sz="6000" strike="noStrike">
              <a:solidFill>
                <a:srgbClr val="666666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pic>
        <p:nvPicPr>
          <p:cNvPr id="348" name="Google Shape;34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56925" y="6028775"/>
            <a:ext cx="1135076" cy="82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2018-11-05T17:26:14Z</dcterms:created>
  <dc:creator>Microsoft Office User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15.0000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Widescreen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2</vt:i4>
  </property>
</Properties>
</file>