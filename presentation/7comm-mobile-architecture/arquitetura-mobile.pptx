
<file path=[Content_Types].xml><?xml version="1.0" encoding="utf-8"?>
<Types xmlns="http://schemas.openxmlformats.org/package/2006/content-types">
  <Default Extension="jpeg" ContentType="image/jpeg"/>
  <Default Extension="jp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Masters/slideMaster2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slideLayouts/slideLayout13.xml" ContentType="application/vnd.openxmlformats-officedocument.presentationml.slideLayout+xml"/>
  <Override PartName="/ppt/slideLayouts/slideLayout14.xml" ContentType="application/vnd.openxmlformats-officedocument.presentationml.slideLayout+xml"/>
  <Override PartName="/ppt/slideLayouts/slideLayout15.xml" ContentType="application/vnd.openxmlformats-officedocument.presentationml.slideLayout+xml"/>
  <Override PartName="/ppt/slideLayouts/slideLayout16.xml" ContentType="application/vnd.openxmlformats-officedocument.presentationml.slideLayout+xml"/>
  <Override PartName="/ppt/slideLayouts/slideLayout17.xml" ContentType="application/vnd.openxmlformats-officedocument.presentationml.slideLayout+xml"/>
  <Override PartName="/ppt/slideLayouts/slideLayout18.xml" ContentType="application/vnd.openxmlformats-officedocument.presentationml.slideLayout+xml"/>
  <Override PartName="/ppt/slideLayouts/slideLayout19.xml" ContentType="application/vnd.openxmlformats-officedocument.presentationml.slideLayout+xml"/>
  <Override PartName="/ppt/slideLayouts/slideLayout20.xml" ContentType="application/vnd.openxmlformats-officedocument.presentationml.slideLayout+xml"/>
  <Override PartName="/ppt/slideLayouts/slideLayout21.xml" ContentType="application/vnd.openxmlformats-officedocument.presentationml.slideLayout+xml"/>
  <Override PartName="/ppt/slideLayouts/slideLayout22.xml" ContentType="application/vnd.openxmlformats-officedocument.presentationml.slideLayout+xml"/>
  <Override PartName="/ppt/slideLayouts/slideLayout23.xml" ContentType="application/vnd.openxmlformats-officedocument.presentationml.slideLayout+xml"/>
  <Override PartName="/ppt/slideLayouts/slideLayout24.xml" ContentType="application/vnd.openxmlformats-officedocument.presentationml.slideLayout+xml"/>
  <Override PartName="/ppt/theme/theme2.xml" ContentType="application/vnd.openxmlformats-officedocument.theme+xml"/>
  <Override PartName="/docProps/core.xml" ContentType="application/vnd.openxmlformats-package.core-properties+xml"/>
  <Override PartName="/docProps/app.xml" ContentType="application/vnd.openxmlformats-officedocument.extended-properties+xml"/>
  <Override PartName="/docProps/custom.xml" ContentType="application/vnd.openxmlformats-officedocument.custom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Relationship Id="rId4" Type="http://schemas.openxmlformats.org/officeDocument/2006/relationships/custom-properties" Target="docProps/custom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>
  <p:sldMasterIdLst>
    <p:sldMasterId id="2147483648" r:id="rId1"/>
    <p:sldMasterId id="2147483661" r:id="rId2"/>
  </p:sldMasterIdLst>
  <p:sldIdLst>
    <p:sldId id="256" r:id="rId3"/>
    <p:sldId id="276" r:id="rId4"/>
    <p:sldId id="271" r:id="rId5"/>
    <p:sldId id="260" r:id="rId6"/>
    <p:sldId id="259" r:id="rId7"/>
    <p:sldId id="274" r:id="rId8"/>
    <p:sldId id="288" r:id="rId9"/>
    <p:sldId id="279" r:id="rId10"/>
    <p:sldId id="283" r:id="rId11"/>
    <p:sldId id="284" r:id="rId12"/>
    <p:sldId id="275" r:id="rId13"/>
    <p:sldId id="272" r:id="rId14"/>
    <p:sldId id="278" r:id="rId15"/>
    <p:sldId id="277" r:id="rId16"/>
    <p:sldId id="280" r:id="rId17"/>
    <p:sldId id="285" r:id="rId18"/>
    <p:sldId id="286" r:id="rId19"/>
    <p:sldId id="287" r:id="rId20"/>
    <p:sldId id="273" r:id="rId21"/>
  </p:sldIdLst>
  <p:sldSz cx="12192000" cy="6858000"/>
  <p:notesSz cx="7559675" cy="10691813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610"/>
    <p:restoredTop sz="94697"/>
  </p:normalViewPr>
  <p:slideViewPr>
    <p:cSldViewPr snapToGrid="0" snapToObjects="1">
      <p:cViewPr varScale="1">
        <p:scale>
          <a:sx n="108" d="100"/>
          <a:sy n="108" d="100"/>
        </p:scale>
        <p:origin x="736" y="184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sorterViewPr>
    <p:cViewPr>
      <p:scale>
        <a:sx n="66" d="100"/>
        <a:sy n="66" d="100"/>
      </p:scale>
      <p:origin x="0" y="0"/>
    </p:cViewPr>
  </p:sorter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6.xml"/><Relationship Id="rId13" Type="http://schemas.openxmlformats.org/officeDocument/2006/relationships/slide" Target="slides/slide11.xml"/><Relationship Id="rId18" Type="http://schemas.openxmlformats.org/officeDocument/2006/relationships/slide" Target="slides/slide16.xml"/><Relationship Id="rId3" Type="http://schemas.openxmlformats.org/officeDocument/2006/relationships/slide" Target="slides/slide1.xml"/><Relationship Id="rId21" Type="http://schemas.openxmlformats.org/officeDocument/2006/relationships/slide" Target="slides/slide19.xml"/><Relationship Id="rId7" Type="http://schemas.openxmlformats.org/officeDocument/2006/relationships/slide" Target="slides/slide5.xml"/><Relationship Id="rId12" Type="http://schemas.openxmlformats.org/officeDocument/2006/relationships/slide" Target="slides/slide10.xml"/><Relationship Id="rId17" Type="http://schemas.openxmlformats.org/officeDocument/2006/relationships/slide" Target="slides/slide15.xml"/><Relationship Id="rId25" Type="http://schemas.openxmlformats.org/officeDocument/2006/relationships/tableStyles" Target="tableStyles.xml"/><Relationship Id="rId2" Type="http://schemas.openxmlformats.org/officeDocument/2006/relationships/slideMaster" Target="slideMasters/slideMaster2.xml"/><Relationship Id="rId16" Type="http://schemas.openxmlformats.org/officeDocument/2006/relationships/slide" Target="slides/slide14.xml"/><Relationship Id="rId20" Type="http://schemas.openxmlformats.org/officeDocument/2006/relationships/slide" Target="slides/slide18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4.xml"/><Relationship Id="rId11" Type="http://schemas.openxmlformats.org/officeDocument/2006/relationships/slide" Target="slides/slide9.xml"/><Relationship Id="rId24" Type="http://schemas.openxmlformats.org/officeDocument/2006/relationships/theme" Target="theme/theme1.xml"/><Relationship Id="rId5" Type="http://schemas.openxmlformats.org/officeDocument/2006/relationships/slide" Target="slides/slide3.xml"/><Relationship Id="rId15" Type="http://schemas.openxmlformats.org/officeDocument/2006/relationships/slide" Target="slides/slide13.xml"/><Relationship Id="rId23" Type="http://schemas.openxmlformats.org/officeDocument/2006/relationships/viewProps" Target="viewProps.xml"/><Relationship Id="rId10" Type="http://schemas.openxmlformats.org/officeDocument/2006/relationships/slide" Target="slides/slide8.xml"/><Relationship Id="rId19" Type="http://schemas.openxmlformats.org/officeDocument/2006/relationships/slide" Target="slides/slide17.xml"/><Relationship Id="rId4" Type="http://schemas.openxmlformats.org/officeDocument/2006/relationships/slide" Target="slides/slide2.xml"/><Relationship Id="rId9" Type="http://schemas.openxmlformats.org/officeDocument/2006/relationships/slide" Target="slides/slide7.xml"/><Relationship Id="rId14" Type="http://schemas.openxmlformats.org/officeDocument/2006/relationships/slide" Target="slides/slide12.xml"/><Relationship Id="rId22" Type="http://schemas.openxmlformats.org/officeDocument/2006/relationships/presProps" Target="presProps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2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2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2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2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2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tx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PlaceHolder 1"/>
          <p:cNvSpPr>
            <a:spLocks noGrp="1"/>
          </p:cNvSpPr>
          <p:nvPr>
            <p:ph type="title"/>
          </p:nvPr>
        </p:nvSpPr>
        <p:spPr>
          <a:xfrm>
            <a:off x="609480" y="273600"/>
            <a:ext cx="10972440" cy="1144800"/>
          </a:xfrm>
          <a:prstGeom prst="rect">
            <a:avLst/>
          </a:prstGeom>
        </p:spPr>
        <p:txBody>
          <a:bodyPr lIns="0" tIns="0" rIns="0" bIns="0" anchor="ctr"/>
          <a:lstStyle/>
          <a:p>
            <a:pPr algn="ctr"/>
            <a:endParaRPr lang="en-US" sz="4400" b="0" strike="noStrike" spc="-1">
              <a:latin typeface="Arial"/>
            </a:endParaRPr>
          </a:p>
        </p:txBody>
      </p:sp>
      <p:sp>
        <p:nvSpPr>
          <p:cNvPr id="3" name="PlaceHolder 2"/>
          <p:cNvSpPr>
            <a:spLocks noGrp="1"/>
          </p:cNvSpPr>
          <p:nvPr>
            <p:ph type="subTitle"/>
          </p:nvPr>
        </p:nvSpPr>
        <p:spPr>
          <a:xfrm>
            <a:off x="609480" y="1604520"/>
            <a:ext cx="10972440" cy="3977280"/>
          </a:xfrm>
          <a:prstGeom prst="rect">
            <a:avLst/>
          </a:prstGeom>
        </p:spPr>
        <p:txBody>
          <a:bodyPr lIns="0" tIns="0" rIns="0" bIns="0" anchor="ctr"/>
          <a:lstStyle/>
          <a:p>
            <a:pPr algn="ctr"/>
            <a:endParaRPr lang="en-US" sz="3200" b="0" strike="noStrike" spc="-1">
              <a:latin typeface="Arial"/>
            </a:endParaRPr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,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PlaceHolder 1"/>
          <p:cNvSpPr>
            <a:spLocks noGrp="1"/>
          </p:cNvSpPr>
          <p:nvPr>
            <p:ph type="title"/>
          </p:nvPr>
        </p:nvSpPr>
        <p:spPr>
          <a:xfrm>
            <a:off x="609480" y="273600"/>
            <a:ext cx="10972440" cy="1144800"/>
          </a:xfrm>
          <a:prstGeom prst="rect">
            <a:avLst/>
          </a:prstGeom>
        </p:spPr>
        <p:txBody>
          <a:bodyPr lIns="0" tIns="0" rIns="0" bIns="0" anchor="ctr"/>
          <a:lstStyle/>
          <a:p>
            <a:pPr algn="ctr"/>
            <a:endParaRPr lang="en-US" sz="4400" b="0" strike="noStrike" spc="-1">
              <a:latin typeface="Arial"/>
            </a:endParaRPr>
          </a:p>
        </p:txBody>
      </p:sp>
      <p:sp>
        <p:nvSpPr>
          <p:cNvPr id="5" name="PlaceHolder 2"/>
          <p:cNvSpPr>
            <a:spLocks noGrp="1"/>
          </p:cNvSpPr>
          <p:nvPr>
            <p:ph type="body"/>
          </p:nvPr>
        </p:nvSpPr>
        <p:spPr>
          <a:xfrm>
            <a:off x="609480" y="1604520"/>
            <a:ext cx="10972440" cy="3977280"/>
          </a:xfrm>
          <a:prstGeom prst="rect">
            <a:avLst/>
          </a:prstGeom>
        </p:spPr>
        <p:txBody>
          <a:bodyPr lIns="0" tIns="0" rIns="0" bIns="0">
            <a:normAutofit/>
          </a:bodyPr>
          <a:lstStyle/>
          <a:p>
            <a:endParaRPr lang="en-US" sz="3200" b="0" strike="noStrike" spc="-1">
              <a:latin typeface="Arial"/>
            </a:endParaRPr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itle, 2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PlaceHolder 1"/>
          <p:cNvSpPr>
            <a:spLocks noGrp="1"/>
          </p:cNvSpPr>
          <p:nvPr>
            <p:ph type="title"/>
          </p:nvPr>
        </p:nvSpPr>
        <p:spPr>
          <a:xfrm>
            <a:off x="609480" y="273600"/>
            <a:ext cx="10972440" cy="1144800"/>
          </a:xfrm>
          <a:prstGeom prst="rect">
            <a:avLst/>
          </a:prstGeom>
        </p:spPr>
        <p:txBody>
          <a:bodyPr lIns="0" tIns="0" rIns="0" bIns="0" anchor="ctr"/>
          <a:lstStyle/>
          <a:p>
            <a:pPr algn="ctr"/>
            <a:endParaRPr lang="en-US" sz="4400" b="0" strike="noStrike" spc="-1">
              <a:latin typeface="Arial"/>
            </a:endParaRPr>
          </a:p>
        </p:txBody>
      </p:sp>
      <p:sp>
        <p:nvSpPr>
          <p:cNvPr id="7" name="PlaceHolder 2"/>
          <p:cNvSpPr>
            <a:spLocks noGrp="1"/>
          </p:cNvSpPr>
          <p:nvPr>
            <p:ph type="body"/>
          </p:nvPr>
        </p:nvSpPr>
        <p:spPr>
          <a:xfrm>
            <a:off x="609480" y="1604520"/>
            <a:ext cx="5354280" cy="3977280"/>
          </a:xfrm>
          <a:prstGeom prst="rect">
            <a:avLst/>
          </a:prstGeom>
        </p:spPr>
        <p:txBody>
          <a:bodyPr lIns="0" tIns="0" rIns="0" bIns="0">
            <a:normAutofit/>
          </a:bodyPr>
          <a:lstStyle/>
          <a:p>
            <a:endParaRPr lang="en-US" sz="3200" b="0" strike="noStrike" spc="-1">
              <a:latin typeface="Arial"/>
            </a:endParaRPr>
          </a:p>
        </p:txBody>
      </p:sp>
      <p:sp>
        <p:nvSpPr>
          <p:cNvPr id="8" name="PlaceHolder 3"/>
          <p:cNvSpPr>
            <a:spLocks noGrp="1"/>
          </p:cNvSpPr>
          <p:nvPr>
            <p:ph type="body"/>
          </p:nvPr>
        </p:nvSpPr>
        <p:spPr>
          <a:xfrm>
            <a:off x="6231960" y="1604520"/>
            <a:ext cx="5354280" cy="3977280"/>
          </a:xfrm>
          <a:prstGeom prst="rect">
            <a:avLst/>
          </a:prstGeom>
        </p:spPr>
        <p:txBody>
          <a:bodyPr lIns="0" tIns="0" rIns="0" bIns="0">
            <a:normAutofit/>
          </a:bodyPr>
          <a:lstStyle/>
          <a:p>
            <a:endParaRPr lang="en-US" sz="3200" b="0" strike="noStrike" spc="-1">
              <a:latin typeface="Arial"/>
            </a:endParaRPr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" name="PlaceHolder 1"/>
          <p:cNvSpPr>
            <a:spLocks noGrp="1"/>
          </p:cNvSpPr>
          <p:nvPr>
            <p:ph type="title"/>
          </p:nvPr>
        </p:nvSpPr>
        <p:spPr>
          <a:xfrm>
            <a:off x="609480" y="273600"/>
            <a:ext cx="10972440" cy="1144800"/>
          </a:xfrm>
          <a:prstGeom prst="rect">
            <a:avLst/>
          </a:prstGeom>
        </p:spPr>
        <p:txBody>
          <a:bodyPr lIns="0" tIns="0" rIns="0" bIns="0" anchor="ctr"/>
          <a:lstStyle/>
          <a:p>
            <a:pPr algn="ctr"/>
            <a:endParaRPr lang="en-US" sz="4400" b="0" strike="noStrike" spc="-1">
              <a:latin typeface="Arial"/>
            </a:endParaRPr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objOnly" preserve="1">
  <p:cSld name="Centere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PlaceHolder 1"/>
          <p:cNvSpPr>
            <a:spLocks noGrp="1"/>
          </p:cNvSpPr>
          <p:nvPr>
            <p:ph type="subTitle"/>
          </p:nvPr>
        </p:nvSpPr>
        <p:spPr>
          <a:xfrm>
            <a:off x="609480" y="273600"/>
            <a:ext cx="10972440" cy="5307840"/>
          </a:xfrm>
          <a:prstGeom prst="rect">
            <a:avLst/>
          </a:prstGeom>
        </p:spPr>
        <p:txBody>
          <a:bodyPr lIns="0" tIns="0" rIns="0" bIns="0" anchor="ctr"/>
          <a:lstStyle/>
          <a:p>
            <a:pPr algn="ctr"/>
            <a:endParaRPr lang="en-US" sz="3200" b="0" strike="noStrike" spc="-1">
              <a:latin typeface="Arial"/>
            </a:endParaRPr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AndObj" preserve="1">
  <p:cSld name="Title, 2 Content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" name="PlaceHolder 1"/>
          <p:cNvSpPr>
            <a:spLocks noGrp="1"/>
          </p:cNvSpPr>
          <p:nvPr>
            <p:ph type="title"/>
          </p:nvPr>
        </p:nvSpPr>
        <p:spPr>
          <a:xfrm>
            <a:off x="609480" y="273600"/>
            <a:ext cx="10972440" cy="1144800"/>
          </a:xfrm>
          <a:prstGeom prst="rect">
            <a:avLst/>
          </a:prstGeom>
        </p:spPr>
        <p:txBody>
          <a:bodyPr lIns="0" tIns="0" rIns="0" bIns="0" anchor="ctr"/>
          <a:lstStyle/>
          <a:p>
            <a:pPr algn="ctr"/>
            <a:endParaRPr lang="en-US" sz="4400" b="0" strike="noStrike" spc="-1">
              <a:latin typeface="Arial"/>
            </a:endParaRPr>
          </a:p>
        </p:txBody>
      </p:sp>
      <p:sp>
        <p:nvSpPr>
          <p:cNvPr id="12" name="PlaceHolder 2"/>
          <p:cNvSpPr>
            <a:spLocks noGrp="1"/>
          </p:cNvSpPr>
          <p:nvPr>
            <p:ph type="body"/>
          </p:nvPr>
        </p:nvSpPr>
        <p:spPr>
          <a:xfrm>
            <a:off x="609480" y="1604520"/>
            <a:ext cx="5354280" cy="1896840"/>
          </a:xfrm>
          <a:prstGeom prst="rect">
            <a:avLst/>
          </a:prstGeom>
        </p:spPr>
        <p:txBody>
          <a:bodyPr lIns="0" tIns="0" rIns="0" bIns="0">
            <a:normAutofit/>
          </a:bodyPr>
          <a:lstStyle/>
          <a:p>
            <a:endParaRPr lang="en-US" sz="3200" b="0" strike="noStrike" spc="-1">
              <a:latin typeface="Arial"/>
            </a:endParaRPr>
          </a:p>
        </p:txBody>
      </p:sp>
      <p:sp>
        <p:nvSpPr>
          <p:cNvPr id="13" name="PlaceHolder 3"/>
          <p:cNvSpPr>
            <a:spLocks noGrp="1"/>
          </p:cNvSpPr>
          <p:nvPr>
            <p:ph type="body"/>
          </p:nvPr>
        </p:nvSpPr>
        <p:spPr>
          <a:xfrm>
            <a:off x="6231960" y="1604520"/>
            <a:ext cx="5354280" cy="3977280"/>
          </a:xfrm>
          <a:prstGeom prst="rect">
            <a:avLst/>
          </a:prstGeom>
        </p:spPr>
        <p:txBody>
          <a:bodyPr lIns="0" tIns="0" rIns="0" bIns="0">
            <a:normAutofit/>
          </a:bodyPr>
          <a:lstStyle/>
          <a:p>
            <a:endParaRPr lang="en-US" sz="3200" b="0" strike="noStrike" spc="-1">
              <a:latin typeface="Arial"/>
            </a:endParaRPr>
          </a:p>
        </p:txBody>
      </p:sp>
      <p:sp>
        <p:nvSpPr>
          <p:cNvPr id="14" name="PlaceHolder 4"/>
          <p:cNvSpPr>
            <a:spLocks noGrp="1"/>
          </p:cNvSpPr>
          <p:nvPr>
            <p:ph type="body"/>
          </p:nvPr>
        </p:nvSpPr>
        <p:spPr>
          <a:xfrm>
            <a:off x="609480" y="3682080"/>
            <a:ext cx="5354280" cy="1896840"/>
          </a:xfrm>
          <a:prstGeom prst="rect">
            <a:avLst/>
          </a:prstGeom>
        </p:spPr>
        <p:txBody>
          <a:bodyPr lIns="0" tIns="0" rIns="0" bIns="0">
            <a:normAutofit/>
          </a:bodyPr>
          <a:lstStyle/>
          <a:p>
            <a:endParaRPr lang="en-US" sz="3200" b="0" strike="noStrike" spc="-1">
              <a:latin typeface="Arial"/>
            </a:endParaRPr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AndTwoObj" preserve="1">
  <p:cSld name="Title Content and 2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" name="PlaceHolder 1"/>
          <p:cNvSpPr>
            <a:spLocks noGrp="1"/>
          </p:cNvSpPr>
          <p:nvPr>
            <p:ph type="title"/>
          </p:nvPr>
        </p:nvSpPr>
        <p:spPr>
          <a:xfrm>
            <a:off x="609480" y="273600"/>
            <a:ext cx="10972440" cy="1144800"/>
          </a:xfrm>
          <a:prstGeom prst="rect">
            <a:avLst/>
          </a:prstGeom>
        </p:spPr>
        <p:txBody>
          <a:bodyPr lIns="0" tIns="0" rIns="0" bIns="0" anchor="ctr"/>
          <a:lstStyle/>
          <a:p>
            <a:pPr algn="ctr"/>
            <a:endParaRPr lang="en-US" sz="4400" b="0" strike="noStrike" spc="-1">
              <a:latin typeface="Arial"/>
            </a:endParaRPr>
          </a:p>
        </p:txBody>
      </p:sp>
      <p:sp>
        <p:nvSpPr>
          <p:cNvPr id="16" name="PlaceHolder 2"/>
          <p:cNvSpPr>
            <a:spLocks noGrp="1"/>
          </p:cNvSpPr>
          <p:nvPr>
            <p:ph type="body"/>
          </p:nvPr>
        </p:nvSpPr>
        <p:spPr>
          <a:xfrm>
            <a:off x="609480" y="1604520"/>
            <a:ext cx="5354280" cy="3977280"/>
          </a:xfrm>
          <a:prstGeom prst="rect">
            <a:avLst/>
          </a:prstGeom>
        </p:spPr>
        <p:txBody>
          <a:bodyPr lIns="0" tIns="0" rIns="0" bIns="0">
            <a:normAutofit/>
          </a:bodyPr>
          <a:lstStyle/>
          <a:p>
            <a:endParaRPr lang="en-US" sz="3200" b="0" strike="noStrike" spc="-1">
              <a:latin typeface="Arial"/>
            </a:endParaRPr>
          </a:p>
        </p:txBody>
      </p:sp>
      <p:sp>
        <p:nvSpPr>
          <p:cNvPr id="17" name="PlaceHolder 3"/>
          <p:cNvSpPr>
            <a:spLocks noGrp="1"/>
          </p:cNvSpPr>
          <p:nvPr>
            <p:ph type="body"/>
          </p:nvPr>
        </p:nvSpPr>
        <p:spPr>
          <a:xfrm>
            <a:off x="6231960" y="1604520"/>
            <a:ext cx="5354280" cy="1896840"/>
          </a:xfrm>
          <a:prstGeom prst="rect">
            <a:avLst/>
          </a:prstGeom>
        </p:spPr>
        <p:txBody>
          <a:bodyPr lIns="0" tIns="0" rIns="0" bIns="0">
            <a:normAutofit/>
          </a:bodyPr>
          <a:lstStyle/>
          <a:p>
            <a:endParaRPr lang="en-US" sz="3200" b="0" strike="noStrike" spc="-1">
              <a:latin typeface="Arial"/>
            </a:endParaRPr>
          </a:p>
        </p:txBody>
      </p:sp>
      <p:sp>
        <p:nvSpPr>
          <p:cNvPr id="18" name="PlaceHolder 4"/>
          <p:cNvSpPr>
            <a:spLocks noGrp="1"/>
          </p:cNvSpPr>
          <p:nvPr>
            <p:ph type="body"/>
          </p:nvPr>
        </p:nvSpPr>
        <p:spPr>
          <a:xfrm>
            <a:off x="6231960" y="3682080"/>
            <a:ext cx="5354280" cy="1896840"/>
          </a:xfrm>
          <a:prstGeom prst="rect">
            <a:avLst/>
          </a:prstGeom>
        </p:spPr>
        <p:txBody>
          <a:bodyPr lIns="0" tIns="0" rIns="0" bIns="0">
            <a:normAutofit/>
          </a:bodyPr>
          <a:lstStyle/>
          <a:p>
            <a:endParaRPr lang="en-US" sz="3200" b="0" strike="noStrike" spc="-1">
              <a:latin typeface="Arial"/>
            </a:endParaRPr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OverTx" preserve="1">
  <p:cSld name="Title, 2 Content over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9" name="PlaceHolder 1"/>
          <p:cNvSpPr>
            <a:spLocks noGrp="1"/>
          </p:cNvSpPr>
          <p:nvPr>
            <p:ph type="title"/>
          </p:nvPr>
        </p:nvSpPr>
        <p:spPr>
          <a:xfrm>
            <a:off x="609480" y="273600"/>
            <a:ext cx="10972440" cy="1144800"/>
          </a:xfrm>
          <a:prstGeom prst="rect">
            <a:avLst/>
          </a:prstGeom>
        </p:spPr>
        <p:txBody>
          <a:bodyPr lIns="0" tIns="0" rIns="0" bIns="0" anchor="ctr"/>
          <a:lstStyle/>
          <a:p>
            <a:pPr algn="ctr"/>
            <a:endParaRPr lang="en-US" sz="4400" b="0" strike="noStrike" spc="-1">
              <a:latin typeface="Arial"/>
            </a:endParaRPr>
          </a:p>
        </p:txBody>
      </p:sp>
      <p:sp>
        <p:nvSpPr>
          <p:cNvPr id="20" name="PlaceHolder 2"/>
          <p:cNvSpPr>
            <a:spLocks noGrp="1"/>
          </p:cNvSpPr>
          <p:nvPr>
            <p:ph type="body"/>
          </p:nvPr>
        </p:nvSpPr>
        <p:spPr>
          <a:xfrm>
            <a:off x="609480" y="1604520"/>
            <a:ext cx="5354280" cy="1896840"/>
          </a:xfrm>
          <a:prstGeom prst="rect">
            <a:avLst/>
          </a:prstGeom>
        </p:spPr>
        <p:txBody>
          <a:bodyPr lIns="0" tIns="0" rIns="0" bIns="0">
            <a:normAutofit/>
          </a:bodyPr>
          <a:lstStyle/>
          <a:p>
            <a:endParaRPr lang="en-US" sz="3200" b="0" strike="noStrike" spc="-1">
              <a:latin typeface="Arial"/>
            </a:endParaRPr>
          </a:p>
        </p:txBody>
      </p:sp>
      <p:sp>
        <p:nvSpPr>
          <p:cNvPr id="21" name="PlaceHolder 3"/>
          <p:cNvSpPr>
            <a:spLocks noGrp="1"/>
          </p:cNvSpPr>
          <p:nvPr>
            <p:ph type="body"/>
          </p:nvPr>
        </p:nvSpPr>
        <p:spPr>
          <a:xfrm>
            <a:off x="6231960" y="1604520"/>
            <a:ext cx="5354280" cy="1896840"/>
          </a:xfrm>
          <a:prstGeom prst="rect">
            <a:avLst/>
          </a:prstGeom>
        </p:spPr>
        <p:txBody>
          <a:bodyPr lIns="0" tIns="0" rIns="0" bIns="0">
            <a:normAutofit/>
          </a:bodyPr>
          <a:lstStyle/>
          <a:p>
            <a:endParaRPr lang="en-US" sz="3200" b="0" strike="noStrike" spc="-1">
              <a:latin typeface="Arial"/>
            </a:endParaRPr>
          </a:p>
        </p:txBody>
      </p:sp>
      <p:sp>
        <p:nvSpPr>
          <p:cNvPr id="22" name="PlaceHolder 4"/>
          <p:cNvSpPr>
            <a:spLocks noGrp="1"/>
          </p:cNvSpPr>
          <p:nvPr>
            <p:ph type="body"/>
          </p:nvPr>
        </p:nvSpPr>
        <p:spPr>
          <a:xfrm>
            <a:off x="609480" y="3682080"/>
            <a:ext cx="10972440" cy="1896840"/>
          </a:xfrm>
          <a:prstGeom prst="rect">
            <a:avLst/>
          </a:prstGeom>
        </p:spPr>
        <p:txBody>
          <a:bodyPr lIns="0" tIns="0" rIns="0" bIns="0">
            <a:normAutofit/>
          </a:bodyPr>
          <a:lstStyle/>
          <a:p>
            <a:endParaRPr lang="en-US" sz="3200" b="0" strike="noStrike" spc="-1">
              <a:latin typeface="Arial"/>
            </a:endParaRPr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objOverTx" preserve="1">
  <p:cSld name="Title, Content over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3" name="PlaceHolder 1"/>
          <p:cNvSpPr>
            <a:spLocks noGrp="1"/>
          </p:cNvSpPr>
          <p:nvPr>
            <p:ph type="title"/>
          </p:nvPr>
        </p:nvSpPr>
        <p:spPr>
          <a:xfrm>
            <a:off x="609480" y="273600"/>
            <a:ext cx="10972440" cy="1144800"/>
          </a:xfrm>
          <a:prstGeom prst="rect">
            <a:avLst/>
          </a:prstGeom>
        </p:spPr>
        <p:txBody>
          <a:bodyPr lIns="0" tIns="0" rIns="0" bIns="0" anchor="ctr"/>
          <a:lstStyle/>
          <a:p>
            <a:pPr algn="ctr"/>
            <a:endParaRPr lang="en-US" sz="4400" b="0" strike="noStrike" spc="-1">
              <a:latin typeface="Arial"/>
            </a:endParaRPr>
          </a:p>
        </p:txBody>
      </p:sp>
      <p:sp>
        <p:nvSpPr>
          <p:cNvPr id="24" name="PlaceHolder 2"/>
          <p:cNvSpPr>
            <a:spLocks noGrp="1"/>
          </p:cNvSpPr>
          <p:nvPr>
            <p:ph type="body"/>
          </p:nvPr>
        </p:nvSpPr>
        <p:spPr>
          <a:xfrm>
            <a:off x="609480" y="1604520"/>
            <a:ext cx="10972440" cy="1896840"/>
          </a:xfrm>
          <a:prstGeom prst="rect">
            <a:avLst/>
          </a:prstGeom>
        </p:spPr>
        <p:txBody>
          <a:bodyPr lIns="0" tIns="0" rIns="0" bIns="0">
            <a:normAutofit/>
          </a:bodyPr>
          <a:lstStyle/>
          <a:p>
            <a:endParaRPr lang="en-US" sz="3200" b="0" strike="noStrike" spc="-1">
              <a:latin typeface="Arial"/>
            </a:endParaRPr>
          </a:p>
        </p:txBody>
      </p:sp>
      <p:sp>
        <p:nvSpPr>
          <p:cNvPr id="25" name="PlaceHolder 3"/>
          <p:cNvSpPr>
            <a:spLocks noGrp="1"/>
          </p:cNvSpPr>
          <p:nvPr>
            <p:ph type="body"/>
          </p:nvPr>
        </p:nvSpPr>
        <p:spPr>
          <a:xfrm>
            <a:off x="609480" y="3682080"/>
            <a:ext cx="10972440" cy="1896840"/>
          </a:xfrm>
          <a:prstGeom prst="rect">
            <a:avLst/>
          </a:prstGeom>
        </p:spPr>
        <p:txBody>
          <a:bodyPr lIns="0" tIns="0" rIns="0" bIns="0">
            <a:normAutofit/>
          </a:bodyPr>
          <a:lstStyle/>
          <a:p>
            <a:endParaRPr lang="en-US" sz="3200" b="0" strike="noStrike" spc="-1">
              <a:latin typeface="Arial"/>
            </a:endParaRPr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fourObj" preserve="1">
  <p:cSld name="Title, 4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6" name="PlaceHolder 1"/>
          <p:cNvSpPr>
            <a:spLocks noGrp="1"/>
          </p:cNvSpPr>
          <p:nvPr>
            <p:ph type="title"/>
          </p:nvPr>
        </p:nvSpPr>
        <p:spPr>
          <a:xfrm>
            <a:off x="609480" y="273600"/>
            <a:ext cx="10972440" cy="1144800"/>
          </a:xfrm>
          <a:prstGeom prst="rect">
            <a:avLst/>
          </a:prstGeom>
        </p:spPr>
        <p:txBody>
          <a:bodyPr lIns="0" tIns="0" rIns="0" bIns="0" anchor="ctr"/>
          <a:lstStyle/>
          <a:p>
            <a:pPr algn="ctr"/>
            <a:endParaRPr lang="en-US" sz="4400" b="0" strike="noStrike" spc="-1">
              <a:latin typeface="Arial"/>
            </a:endParaRPr>
          </a:p>
        </p:txBody>
      </p:sp>
      <p:sp>
        <p:nvSpPr>
          <p:cNvPr id="27" name="PlaceHolder 2"/>
          <p:cNvSpPr>
            <a:spLocks noGrp="1"/>
          </p:cNvSpPr>
          <p:nvPr>
            <p:ph type="body"/>
          </p:nvPr>
        </p:nvSpPr>
        <p:spPr>
          <a:xfrm>
            <a:off x="609480" y="1604520"/>
            <a:ext cx="5354280" cy="1896840"/>
          </a:xfrm>
          <a:prstGeom prst="rect">
            <a:avLst/>
          </a:prstGeom>
        </p:spPr>
        <p:txBody>
          <a:bodyPr lIns="0" tIns="0" rIns="0" bIns="0">
            <a:normAutofit/>
          </a:bodyPr>
          <a:lstStyle/>
          <a:p>
            <a:endParaRPr lang="en-US" sz="3200" b="0" strike="noStrike" spc="-1">
              <a:latin typeface="Arial"/>
            </a:endParaRPr>
          </a:p>
        </p:txBody>
      </p:sp>
      <p:sp>
        <p:nvSpPr>
          <p:cNvPr id="28" name="PlaceHolder 3"/>
          <p:cNvSpPr>
            <a:spLocks noGrp="1"/>
          </p:cNvSpPr>
          <p:nvPr>
            <p:ph type="body"/>
          </p:nvPr>
        </p:nvSpPr>
        <p:spPr>
          <a:xfrm>
            <a:off x="6231960" y="1604520"/>
            <a:ext cx="5354280" cy="1896840"/>
          </a:xfrm>
          <a:prstGeom prst="rect">
            <a:avLst/>
          </a:prstGeom>
        </p:spPr>
        <p:txBody>
          <a:bodyPr lIns="0" tIns="0" rIns="0" bIns="0">
            <a:normAutofit/>
          </a:bodyPr>
          <a:lstStyle/>
          <a:p>
            <a:endParaRPr lang="en-US" sz="3200" b="0" strike="noStrike" spc="-1">
              <a:latin typeface="Arial"/>
            </a:endParaRPr>
          </a:p>
        </p:txBody>
      </p:sp>
      <p:sp>
        <p:nvSpPr>
          <p:cNvPr id="29" name="PlaceHolder 4"/>
          <p:cNvSpPr>
            <a:spLocks noGrp="1"/>
          </p:cNvSpPr>
          <p:nvPr>
            <p:ph type="body"/>
          </p:nvPr>
        </p:nvSpPr>
        <p:spPr>
          <a:xfrm>
            <a:off x="609480" y="3682080"/>
            <a:ext cx="5354280" cy="1896840"/>
          </a:xfrm>
          <a:prstGeom prst="rect">
            <a:avLst/>
          </a:prstGeom>
        </p:spPr>
        <p:txBody>
          <a:bodyPr lIns="0" tIns="0" rIns="0" bIns="0">
            <a:normAutofit/>
          </a:bodyPr>
          <a:lstStyle/>
          <a:p>
            <a:endParaRPr lang="en-US" sz="3200" b="0" strike="noStrike" spc="-1">
              <a:latin typeface="Arial"/>
            </a:endParaRPr>
          </a:p>
        </p:txBody>
      </p:sp>
      <p:sp>
        <p:nvSpPr>
          <p:cNvPr id="30" name="PlaceHolder 5"/>
          <p:cNvSpPr>
            <a:spLocks noGrp="1"/>
          </p:cNvSpPr>
          <p:nvPr>
            <p:ph type="body"/>
          </p:nvPr>
        </p:nvSpPr>
        <p:spPr>
          <a:xfrm>
            <a:off x="6231960" y="3682080"/>
            <a:ext cx="5354280" cy="1896840"/>
          </a:xfrm>
          <a:prstGeom prst="rect">
            <a:avLst/>
          </a:prstGeom>
        </p:spPr>
        <p:txBody>
          <a:bodyPr lIns="0" tIns="0" rIns="0" bIns="0">
            <a:normAutofit/>
          </a:bodyPr>
          <a:lstStyle/>
          <a:p>
            <a:endParaRPr lang="en-US" sz="3200" b="0" strike="noStrike" spc="-1">
              <a:latin typeface="Arial"/>
            </a:endParaRPr>
          </a:p>
        </p:txBody>
      </p:sp>
    </p:spTree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Title, 6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1" name="PlaceHolder 1"/>
          <p:cNvSpPr>
            <a:spLocks noGrp="1"/>
          </p:cNvSpPr>
          <p:nvPr>
            <p:ph type="title"/>
          </p:nvPr>
        </p:nvSpPr>
        <p:spPr>
          <a:xfrm>
            <a:off x="609480" y="273600"/>
            <a:ext cx="10972440" cy="1144800"/>
          </a:xfrm>
          <a:prstGeom prst="rect">
            <a:avLst/>
          </a:prstGeom>
        </p:spPr>
        <p:txBody>
          <a:bodyPr lIns="0" tIns="0" rIns="0" bIns="0" anchor="ctr"/>
          <a:lstStyle/>
          <a:p>
            <a:pPr algn="ctr"/>
            <a:endParaRPr lang="en-US" sz="4400" b="0" strike="noStrike" spc="-1">
              <a:latin typeface="Arial"/>
            </a:endParaRPr>
          </a:p>
        </p:txBody>
      </p:sp>
      <p:sp>
        <p:nvSpPr>
          <p:cNvPr id="32" name="PlaceHolder 2"/>
          <p:cNvSpPr>
            <a:spLocks noGrp="1"/>
          </p:cNvSpPr>
          <p:nvPr>
            <p:ph type="body"/>
          </p:nvPr>
        </p:nvSpPr>
        <p:spPr>
          <a:xfrm>
            <a:off x="609480" y="1604520"/>
            <a:ext cx="3533040" cy="1896840"/>
          </a:xfrm>
          <a:prstGeom prst="rect">
            <a:avLst/>
          </a:prstGeom>
        </p:spPr>
        <p:txBody>
          <a:bodyPr lIns="0" tIns="0" rIns="0" bIns="0">
            <a:normAutofit/>
          </a:bodyPr>
          <a:lstStyle/>
          <a:p>
            <a:endParaRPr lang="en-US" sz="3200" b="0" strike="noStrike" spc="-1">
              <a:latin typeface="Arial"/>
            </a:endParaRPr>
          </a:p>
        </p:txBody>
      </p:sp>
      <p:sp>
        <p:nvSpPr>
          <p:cNvPr id="33" name="PlaceHolder 3"/>
          <p:cNvSpPr>
            <a:spLocks noGrp="1"/>
          </p:cNvSpPr>
          <p:nvPr>
            <p:ph type="body"/>
          </p:nvPr>
        </p:nvSpPr>
        <p:spPr>
          <a:xfrm>
            <a:off x="4319640" y="1604520"/>
            <a:ext cx="3533040" cy="1896840"/>
          </a:xfrm>
          <a:prstGeom prst="rect">
            <a:avLst/>
          </a:prstGeom>
        </p:spPr>
        <p:txBody>
          <a:bodyPr lIns="0" tIns="0" rIns="0" bIns="0">
            <a:normAutofit/>
          </a:bodyPr>
          <a:lstStyle/>
          <a:p>
            <a:endParaRPr lang="en-US" sz="3200" b="0" strike="noStrike" spc="-1">
              <a:latin typeface="Arial"/>
            </a:endParaRPr>
          </a:p>
        </p:txBody>
      </p:sp>
      <p:sp>
        <p:nvSpPr>
          <p:cNvPr id="34" name="PlaceHolder 4"/>
          <p:cNvSpPr>
            <a:spLocks noGrp="1"/>
          </p:cNvSpPr>
          <p:nvPr>
            <p:ph type="body"/>
          </p:nvPr>
        </p:nvSpPr>
        <p:spPr>
          <a:xfrm>
            <a:off x="8029800" y="1604520"/>
            <a:ext cx="3533040" cy="1896840"/>
          </a:xfrm>
          <a:prstGeom prst="rect">
            <a:avLst/>
          </a:prstGeom>
        </p:spPr>
        <p:txBody>
          <a:bodyPr lIns="0" tIns="0" rIns="0" bIns="0">
            <a:normAutofit/>
          </a:bodyPr>
          <a:lstStyle/>
          <a:p>
            <a:endParaRPr lang="en-US" sz="3200" b="0" strike="noStrike" spc="-1">
              <a:latin typeface="Arial"/>
            </a:endParaRPr>
          </a:p>
        </p:txBody>
      </p:sp>
      <p:sp>
        <p:nvSpPr>
          <p:cNvPr id="35" name="PlaceHolder 5"/>
          <p:cNvSpPr>
            <a:spLocks noGrp="1"/>
          </p:cNvSpPr>
          <p:nvPr>
            <p:ph type="body"/>
          </p:nvPr>
        </p:nvSpPr>
        <p:spPr>
          <a:xfrm>
            <a:off x="609480" y="3682080"/>
            <a:ext cx="3533040" cy="1896840"/>
          </a:xfrm>
          <a:prstGeom prst="rect">
            <a:avLst/>
          </a:prstGeom>
        </p:spPr>
        <p:txBody>
          <a:bodyPr lIns="0" tIns="0" rIns="0" bIns="0">
            <a:normAutofit/>
          </a:bodyPr>
          <a:lstStyle/>
          <a:p>
            <a:endParaRPr lang="en-US" sz="3200" b="0" strike="noStrike" spc="-1">
              <a:latin typeface="Arial"/>
            </a:endParaRPr>
          </a:p>
        </p:txBody>
      </p:sp>
      <p:sp>
        <p:nvSpPr>
          <p:cNvPr id="36" name="PlaceHolder 6"/>
          <p:cNvSpPr>
            <a:spLocks noGrp="1"/>
          </p:cNvSpPr>
          <p:nvPr>
            <p:ph type="body"/>
          </p:nvPr>
        </p:nvSpPr>
        <p:spPr>
          <a:xfrm>
            <a:off x="4319640" y="3682080"/>
            <a:ext cx="3533040" cy="1896840"/>
          </a:xfrm>
          <a:prstGeom prst="rect">
            <a:avLst/>
          </a:prstGeom>
        </p:spPr>
        <p:txBody>
          <a:bodyPr lIns="0" tIns="0" rIns="0" bIns="0">
            <a:normAutofit/>
          </a:bodyPr>
          <a:lstStyle/>
          <a:p>
            <a:endParaRPr lang="en-US" sz="3200" b="0" strike="noStrike" spc="-1">
              <a:latin typeface="Arial"/>
            </a:endParaRPr>
          </a:p>
        </p:txBody>
      </p:sp>
      <p:sp>
        <p:nvSpPr>
          <p:cNvPr id="37" name="PlaceHolder 7"/>
          <p:cNvSpPr>
            <a:spLocks noGrp="1"/>
          </p:cNvSpPr>
          <p:nvPr>
            <p:ph type="body"/>
          </p:nvPr>
        </p:nvSpPr>
        <p:spPr>
          <a:xfrm>
            <a:off x="8029800" y="3682080"/>
            <a:ext cx="3533040" cy="1896840"/>
          </a:xfrm>
          <a:prstGeom prst="rect">
            <a:avLst/>
          </a:prstGeom>
        </p:spPr>
        <p:txBody>
          <a:bodyPr lIns="0" tIns="0" rIns="0" bIns="0">
            <a:normAutofit/>
          </a:bodyPr>
          <a:lstStyle/>
          <a:p>
            <a:endParaRPr lang="en-US" sz="3200" b="0" strike="noStrike" spc="-1">
              <a:latin typeface="Arial"/>
            </a:endParaRPr>
          </a:p>
        </p:txBody>
      </p:sp>
    </p:spTree>
  </p:cSld>
  <p:clrMapOvr>
    <a:masterClrMapping/>
  </p:clrMapOvr>
</p:sldLayout>
</file>

<file path=ppt/slideLayouts/slideLayout13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Layouts/slideLayout14.xml><?xml version="1.0" encoding="utf-8"?>
<p:sldLayout xmlns:a="http://schemas.openxmlformats.org/drawingml/2006/main" xmlns:r="http://schemas.openxmlformats.org/officeDocument/2006/relationships" xmlns:p="http://schemas.openxmlformats.org/presentationml/2006/main" type="tx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0" name="PlaceHolder 1"/>
          <p:cNvSpPr>
            <a:spLocks noGrp="1"/>
          </p:cNvSpPr>
          <p:nvPr>
            <p:ph type="title"/>
          </p:nvPr>
        </p:nvSpPr>
        <p:spPr>
          <a:xfrm>
            <a:off x="609480" y="273600"/>
            <a:ext cx="10972440" cy="1144800"/>
          </a:xfrm>
          <a:prstGeom prst="rect">
            <a:avLst/>
          </a:prstGeom>
        </p:spPr>
        <p:txBody>
          <a:bodyPr lIns="0" tIns="0" rIns="0" bIns="0" anchor="ctr"/>
          <a:lstStyle/>
          <a:p>
            <a:pPr algn="ctr"/>
            <a:endParaRPr lang="en-US" sz="4400" b="0" strike="noStrike" spc="-1">
              <a:latin typeface="Arial"/>
            </a:endParaRPr>
          </a:p>
        </p:txBody>
      </p:sp>
      <p:sp>
        <p:nvSpPr>
          <p:cNvPr id="41" name="PlaceHolder 2"/>
          <p:cNvSpPr>
            <a:spLocks noGrp="1"/>
          </p:cNvSpPr>
          <p:nvPr>
            <p:ph type="subTitle"/>
          </p:nvPr>
        </p:nvSpPr>
        <p:spPr>
          <a:xfrm>
            <a:off x="609480" y="1604520"/>
            <a:ext cx="10972440" cy="3977280"/>
          </a:xfrm>
          <a:prstGeom prst="rect">
            <a:avLst/>
          </a:prstGeom>
        </p:spPr>
        <p:txBody>
          <a:bodyPr lIns="0" tIns="0" rIns="0" bIns="0" anchor="ctr"/>
          <a:lstStyle/>
          <a:p>
            <a:pPr algn="ctr"/>
            <a:endParaRPr lang="en-US" sz="3200" b="0" strike="noStrike" spc="-1">
              <a:latin typeface="Arial"/>
            </a:endParaRPr>
          </a:p>
        </p:txBody>
      </p:sp>
    </p:spTree>
  </p:cSld>
  <p:clrMapOvr>
    <a:masterClrMapping/>
  </p:clrMapOvr>
</p:sldLayout>
</file>

<file path=ppt/slideLayouts/slideLayout15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,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2" name="PlaceHolder 1"/>
          <p:cNvSpPr>
            <a:spLocks noGrp="1"/>
          </p:cNvSpPr>
          <p:nvPr>
            <p:ph type="title"/>
          </p:nvPr>
        </p:nvSpPr>
        <p:spPr>
          <a:xfrm>
            <a:off x="609480" y="273600"/>
            <a:ext cx="10972440" cy="1144800"/>
          </a:xfrm>
          <a:prstGeom prst="rect">
            <a:avLst/>
          </a:prstGeom>
        </p:spPr>
        <p:txBody>
          <a:bodyPr lIns="0" tIns="0" rIns="0" bIns="0" anchor="ctr"/>
          <a:lstStyle/>
          <a:p>
            <a:pPr algn="ctr"/>
            <a:endParaRPr lang="en-US" sz="4400" b="0" strike="noStrike" spc="-1">
              <a:latin typeface="Arial"/>
            </a:endParaRPr>
          </a:p>
        </p:txBody>
      </p:sp>
      <p:sp>
        <p:nvSpPr>
          <p:cNvPr id="43" name="PlaceHolder 2"/>
          <p:cNvSpPr>
            <a:spLocks noGrp="1"/>
          </p:cNvSpPr>
          <p:nvPr>
            <p:ph type="body"/>
          </p:nvPr>
        </p:nvSpPr>
        <p:spPr>
          <a:xfrm>
            <a:off x="609480" y="1604520"/>
            <a:ext cx="10972440" cy="3977280"/>
          </a:xfrm>
          <a:prstGeom prst="rect">
            <a:avLst/>
          </a:prstGeom>
        </p:spPr>
        <p:txBody>
          <a:bodyPr lIns="0" tIns="0" rIns="0" bIns="0">
            <a:normAutofit/>
          </a:bodyPr>
          <a:lstStyle/>
          <a:p>
            <a:endParaRPr lang="en-US" sz="3200" b="0" strike="noStrike" spc="-1">
              <a:latin typeface="Arial"/>
            </a:endParaRPr>
          </a:p>
        </p:txBody>
      </p:sp>
    </p:spTree>
  </p:cSld>
  <p:clrMapOvr>
    <a:masterClrMapping/>
  </p:clrMapOvr>
</p:sldLayout>
</file>

<file path=ppt/slideLayouts/slideLayout16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itle, 2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4" name="PlaceHolder 1"/>
          <p:cNvSpPr>
            <a:spLocks noGrp="1"/>
          </p:cNvSpPr>
          <p:nvPr>
            <p:ph type="title"/>
          </p:nvPr>
        </p:nvSpPr>
        <p:spPr>
          <a:xfrm>
            <a:off x="609480" y="273600"/>
            <a:ext cx="10972440" cy="1144800"/>
          </a:xfrm>
          <a:prstGeom prst="rect">
            <a:avLst/>
          </a:prstGeom>
        </p:spPr>
        <p:txBody>
          <a:bodyPr lIns="0" tIns="0" rIns="0" bIns="0" anchor="ctr"/>
          <a:lstStyle/>
          <a:p>
            <a:pPr algn="ctr"/>
            <a:endParaRPr lang="en-US" sz="4400" b="0" strike="noStrike" spc="-1">
              <a:latin typeface="Arial"/>
            </a:endParaRPr>
          </a:p>
        </p:txBody>
      </p:sp>
      <p:sp>
        <p:nvSpPr>
          <p:cNvPr id="45" name="PlaceHolder 2"/>
          <p:cNvSpPr>
            <a:spLocks noGrp="1"/>
          </p:cNvSpPr>
          <p:nvPr>
            <p:ph type="body"/>
          </p:nvPr>
        </p:nvSpPr>
        <p:spPr>
          <a:xfrm>
            <a:off x="609480" y="1604520"/>
            <a:ext cx="5354280" cy="3977280"/>
          </a:xfrm>
          <a:prstGeom prst="rect">
            <a:avLst/>
          </a:prstGeom>
        </p:spPr>
        <p:txBody>
          <a:bodyPr lIns="0" tIns="0" rIns="0" bIns="0">
            <a:normAutofit/>
          </a:bodyPr>
          <a:lstStyle/>
          <a:p>
            <a:endParaRPr lang="en-US" sz="3200" b="0" strike="noStrike" spc="-1">
              <a:latin typeface="Arial"/>
            </a:endParaRPr>
          </a:p>
        </p:txBody>
      </p:sp>
      <p:sp>
        <p:nvSpPr>
          <p:cNvPr id="46" name="PlaceHolder 3"/>
          <p:cNvSpPr>
            <a:spLocks noGrp="1"/>
          </p:cNvSpPr>
          <p:nvPr>
            <p:ph type="body"/>
          </p:nvPr>
        </p:nvSpPr>
        <p:spPr>
          <a:xfrm>
            <a:off x="6231960" y="1604520"/>
            <a:ext cx="5354280" cy="3977280"/>
          </a:xfrm>
          <a:prstGeom prst="rect">
            <a:avLst/>
          </a:prstGeom>
        </p:spPr>
        <p:txBody>
          <a:bodyPr lIns="0" tIns="0" rIns="0" bIns="0">
            <a:normAutofit/>
          </a:bodyPr>
          <a:lstStyle/>
          <a:p>
            <a:endParaRPr lang="en-US" sz="3200" b="0" strike="noStrike" spc="-1">
              <a:latin typeface="Arial"/>
            </a:endParaRPr>
          </a:p>
        </p:txBody>
      </p:sp>
    </p:spTree>
  </p:cSld>
  <p:clrMapOvr>
    <a:masterClrMapping/>
  </p:clrMapOvr>
</p:sldLayout>
</file>

<file path=ppt/slideLayouts/slideLayout17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7" name="PlaceHolder 1"/>
          <p:cNvSpPr>
            <a:spLocks noGrp="1"/>
          </p:cNvSpPr>
          <p:nvPr>
            <p:ph type="title"/>
          </p:nvPr>
        </p:nvSpPr>
        <p:spPr>
          <a:xfrm>
            <a:off x="609480" y="273600"/>
            <a:ext cx="10972440" cy="1144800"/>
          </a:xfrm>
          <a:prstGeom prst="rect">
            <a:avLst/>
          </a:prstGeom>
        </p:spPr>
        <p:txBody>
          <a:bodyPr lIns="0" tIns="0" rIns="0" bIns="0" anchor="ctr"/>
          <a:lstStyle/>
          <a:p>
            <a:pPr algn="ctr"/>
            <a:endParaRPr lang="en-US" sz="4400" b="0" strike="noStrike" spc="-1">
              <a:latin typeface="Arial"/>
            </a:endParaRPr>
          </a:p>
        </p:txBody>
      </p:sp>
    </p:spTree>
  </p:cSld>
  <p:clrMapOvr>
    <a:masterClrMapping/>
  </p:clrMapOvr>
</p:sldLayout>
</file>

<file path=ppt/slideLayouts/slideLayout18.xml><?xml version="1.0" encoding="utf-8"?>
<p:sldLayout xmlns:a="http://schemas.openxmlformats.org/drawingml/2006/main" xmlns:r="http://schemas.openxmlformats.org/officeDocument/2006/relationships" xmlns:p="http://schemas.openxmlformats.org/presentationml/2006/main" type="objOnly" preserve="1">
  <p:cSld name="Centere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8" name="PlaceHolder 1"/>
          <p:cNvSpPr>
            <a:spLocks noGrp="1"/>
          </p:cNvSpPr>
          <p:nvPr>
            <p:ph type="subTitle"/>
          </p:nvPr>
        </p:nvSpPr>
        <p:spPr>
          <a:xfrm>
            <a:off x="609480" y="273600"/>
            <a:ext cx="10972440" cy="5307840"/>
          </a:xfrm>
          <a:prstGeom prst="rect">
            <a:avLst/>
          </a:prstGeom>
        </p:spPr>
        <p:txBody>
          <a:bodyPr lIns="0" tIns="0" rIns="0" bIns="0" anchor="ctr"/>
          <a:lstStyle/>
          <a:p>
            <a:pPr algn="ctr"/>
            <a:endParaRPr lang="en-US" sz="3200" b="0" strike="noStrike" spc="-1">
              <a:latin typeface="Arial"/>
            </a:endParaRPr>
          </a:p>
        </p:txBody>
      </p:sp>
    </p:spTree>
  </p:cSld>
  <p:clrMapOvr>
    <a:masterClrMapping/>
  </p:clrMapOvr>
</p:sldLayout>
</file>

<file path=ppt/slideLayouts/slideLayout19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AndObj" preserve="1">
  <p:cSld name="Title, 2 Content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9" name="PlaceHolder 1"/>
          <p:cNvSpPr>
            <a:spLocks noGrp="1"/>
          </p:cNvSpPr>
          <p:nvPr>
            <p:ph type="title"/>
          </p:nvPr>
        </p:nvSpPr>
        <p:spPr>
          <a:xfrm>
            <a:off x="609480" y="273600"/>
            <a:ext cx="10972440" cy="1144800"/>
          </a:xfrm>
          <a:prstGeom prst="rect">
            <a:avLst/>
          </a:prstGeom>
        </p:spPr>
        <p:txBody>
          <a:bodyPr lIns="0" tIns="0" rIns="0" bIns="0" anchor="ctr"/>
          <a:lstStyle/>
          <a:p>
            <a:pPr algn="ctr"/>
            <a:endParaRPr lang="en-US" sz="4400" b="0" strike="noStrike" spc="-1">
              <a:latin typeface="Arial"/>
            </a:endParaRPr>
          </a:p>
        </p:txBody>
      </p:sp>
      <p:sp>
        <p:nvSpPr>
          <p:cNvPr id="50" name="PlaceHolder 2"/>
          <p:cNvSpPr>
            <a:spLocks noGrp="1"/>
          </p:cNvSpPr>
          <p:nvPr>
            <p:ph type="body"/>
          </p:nvPr>
        </p:nvSpPr>
        <p:spPr>
          <a:xfrm>
            <a:off x="609480" y="1604520"/>
            <a:ext cx="5354280" cy="1896840"/>
          </a:xfrm>
          <a:prstGeom prst="rect">
            <a:avLst/>
          </a:prstGeom>
        </p:spPr>
        <p:txBody>
          <a:bodyPr lIns="0" tIns="0" rIns="0" bIns="0">
            <a:normAutofit/>
          </a:bodyPr>
          <a:lstStyle/>
          <a:p>
            <a:endParaRPr lang="en-US" sz="3200" b="0" strike="noStrike" spc="-1">
              <a:latin typeface="Arial"/>
            </a:endParaRPr>
          </a:p>
        </p:txBody>
      </p:sp>
      <p:sp>
        <p:nvSpPr>
          <p:cNvPr id="51" name="PlaceHolder 3"/>
          <p:cNvSpPr>
            <a:spLocks noGrp="1"/>
          </p:cNvSpPr>
          <p:nvPr>
            <p:ph type="body"/>
          </p:nvPr>
        </p:nvSpPr>
        <p:spPr>
          <a:xfrm>
            <a:off x="6231960" y="1604520"/>
            <a:ext cx="5354280" cy="3977280"/>
          </a:xfrm>
          <a:prstGeom prst="rect">
            <a:avLst/>
          </a:prstGeom>
        </p:spPr>
        <p:txBody>
          <a:bodyPr lIns="0" tIns="0" rIns="0" bIns="0">
            <a:normAutofit/>
          </a:bodyPr>
          <a:lstStyle/>
          <a:p>
            <a:endParaRPr lang="en-US" sz="3200" b="0" strike="noStrike" spc="-1">
              <a:latin typeface="Arial"/>
            </a:endParaRPr>
          </a:p>
        </p:txBody>
      </p:sp>
      <p:sp>
        <p:nvSpPr>
          <p:cNvPr id="52" name="PlaceHolder 4"/>
          <p:cNvSpPr>
            <a:spLocks noGrp="1"/>
          </p:cNvSpPr>
          <p:nvPr>
            <p:ph type="body"/>
          </p:nvPr>
        </p:nvSpPr>
        <p:spPr>
          <a:xfrm>
            <a:off x="609480" y="3682080"/>
            <a:ext cx="5354280" cy="1896840"/>
          </a:xfrm>
          <a:prstGeom prst="rect">
            <a:avLst/>
          </a:prstGeom>
        </p:spPr>
        <p:txBody>
          <a:bodyPr lIns="0" tIns="0" rIns="0" bIns="0">
            <a:normAutofit/>
          </a:bodyPr>
          <a:lstStyle/>
          <a:p>
            <a:endParaRPr lang="en-US" sz="3200" b="0" strike="noStrike" spc="-1">
              <a:latin typeface="Arial"/>
            </a:endParaRPr>
          </a:p>
        </p:txBody>
      </p:sp>
    </p:spTree>
  </p:cSld>
  <p:clrMapOvr>
    <a:masterClrMapping/>
  </p:clrMapOvr>
</p:sldLayout>
</file>

<file path=ppt/slideLayouts/slideLayout20.xml><?xml version="1.0" encoding="utf-8"?>
<p:sldLayout xmlns:a="http://schemas.openxmlformats.org/drawingml/2006/main" xmlns:r="http://schemas.openxmlformats.org/officeDocument/2006/relationships" xmlns:p="http://schemas.openxmlformats.org/presentationml/2006/main" type="objAndTwoObj" preserve="1">
  <p:cSld name="Title Content and 2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3" name="PlaceHolder 1"/>
          <p:cNvSpPr>
            <a:spLocks noGrp="1"/>
          </p:cNvSpPr>
          <p:nvPr>
            <p:ph type="title"/>
          </p:nvPr>
        </p:nvSpPr>
        <p:spPr>
          <a:xfrm>
            <a:off x="609480" y="273600"/>
            <a:ext cx="10972440" cy="1144800"/>
          </a:xfrm>
          <a:prstGeom prst="rect">
            <a:avLst/>
          </a:prstGeom>
        </p:spPr>
        <p:txBody>
          <a:bodyPr lIns="0" tIns="0" rIns="0" bIns="0" anchor="ctr"/>
          <a:lstStyle/>
          <a:p>
            <a:pPr algn="ctr"/>
            <a:endParaRPr lang="en-US" sz="4400" b="0" strike="noStrike" spc="-1">
              <a:latin typeface="Arial"/>
            </a:endParaRPr>
          </a:p>
        </p:txBody>
      </p:sp>
      <p:sp>
        <p:nvSpPr>
          <p:cNvPr id="54" name="PlaceHolder 2"/>
          <p:cNvSpPr>
            <a:spLocks noGrp="1"/>
          </p:cNvSpPr>
          <p:nvPr>
            <p:ph type="body"/>
          </p:nvPr>
        </p:nvSpPr>
        <p:spPr>
          <a:xfrm>
            <a:off x="609480" y="1604520"/>
            <a:ext cx="5354280" cy="3977280"/>
          </a:xfrm>
          <a:prstGeom prst="rect">
            <a:avLst/>
          </a:prstGeom>
        </p:spPr>
        <p:txBody>
          <a:bodyPr lIns="0" tIns="0" rIns="0" bIns="0">
            <a:normAutofit/>
          </a:bodyPr>
          <a:lstStyle/>
          <a:p>
            <a:endParaRPr lang="en-US" sz="3200" b="0" strike="noStrike" spc="-1">
              <a:latin typeface="Arial"/>
            </a:endParaRPr>
          </a:p>
        </p:txBody>
      </p:sp>
      <p:sp>
        <p:nvSpPr>
          <p:cNvPr id="55" name="PlaceHolder 3"/>
          <p:cNvSpPr>
            <a:spLocks noGrp="1"/>
          </p:cNvSpPr>
          <p:nvPr>
            <p:ph type="body"/>
          </p:nvPr>
        </p:nvSpPr>
        <p:spPr>
          <a:xfrm>
            <a:off x="6231960" y="1604520"/>
            <a:ext cx="5354280" cy="1896840"/>
          </a:xfrm>
          <a:prstGeom prst="rect">
            <a:avLst/>
          </a:prstGeom>
        </p:spPr>
        <p:txBody>
          <a:bodyPr lIns="0" tIns="0" rIns="0" bIns="0">
            <a:normAutofit/>
          </a:bodyPr>
          <a:lstStyle/>
          <a:p>
            <a:endParaRPr lang="en-US" sz="3200" b="0" strike="noStrike" spc="-1">
              <a:latin typeface="Arial"/>
            </a:endParaRPr>
          </a:p>
        </p:txBody>
      </p:sp>
      <p:sp>
        <p:nvSpPr>
          <p:cNvPr id="56" name="PlaceHolder 4"/>
          <p:cNvSpPr>
            <a:spLocks noGrp="1"/>
          </p:cNvSpPr>
          <p:nvPr>
            <p:ph type="body"/>
          </p:nvPr>
        </p:nvSpPr>
        <p:spPr>
          <a:xfrm>
            <a:off x="6231960" y="3682080"/>
            <a:ext cx="5354280" cy="1896840"/>
          </a:xfrm>
          <a:prstGeom prst="rect">
            <a:avLst/>
          </a:prstGeom>
        </p:spPr>
        <p:txBody>
          <a:bodyPr lIns="0" tIns="0" rIns="0" bIns="0">
            <a:normAutofit/>
          </a:bodyPr>
          <a:lstStyle/>
          <a:p>
            <a:endParaRPr lang="en-US" sz="3200" b="0" strike="noStrike" spc="-1">
              <a:latin typeface="Arial"/>
            </a:endParaRPr>
          </a:p>
        </p:txBody>
      </p:sp>
    </p:spTree>
  </p:cSld>
  <p:clrMapOvr>
    <a:masterClrMapping/>
  </p:clrMapOvr>
</p:sldLayout>
</file>

<file path=ppt/slideLayouts/slideLayout21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OverTx" preserve="1">
  <p:cSld name="Title, 2 Content over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7" name="PlaceHolder 1"/>
          <p:cNvSpPr>
            <a:spLocks noGrp="1"/>
          </p:cNvSpPr>
          <p:nvPr>
            <p:ph type="title"/>
          </p:nvPr>
        </p:nvSpPr>
        <p:spPr>
          <a:xfrm>
            <a:off x="609480" y="273600"/>
            <a:ext cx="10972440" cy="1144800"/>
          </a:xfrm>
          <a:prstGeom prst="rect">
            <a:avLst/>
          </a:prstGeom>
        </p:spPr>
        <p:txBody>
          <a:bodyPr lIns="0" tIns="0" rIns="0" bIns="0" anchor="ctr"/>
          <a:lstStyle/>
          <a:p>
            <a:pPr algn="ctr"/>
            <a:endParaRPr lang="en-US" sz="4400" b="0" strike="noStrike" spc="-1">
              <a:latin typeface="Arial"/>
            </a:endParaRPr>
          </a:p>
        </p:txBody>
      </p:sp>
      <p:sp>
        <p:nvSpPr>
          <p:cNvPr id="58" name="PlaceHolder 2"/>
          <p:cNvSpPr>
            <a:spLocks noGrp="1"/>
          </p:cNvSpPr>
          <p:nvPr>
            <p:ph type="body"/>
          </p:nvPr>
        </p:nvSpPr>
        <p:spPr>
          <a:xfrm>
            <a:off x="609480" y="1604520"/>
            <a:ext cx="5354280" cy="1896840"/>
          </a:xfrm>
          <a:prstGeom prst="rect">
            <a:avLst/>
          </a:prstGeom>
        </p:spPr>
        <p:txBody>
          <a:bodyPr lIns="0" tIns="0" rIns="0" bIns="0">
            <a:normAutofit/>
          </a:bodyPr>
          <a:lstStyle/>
          <a:p>
            <a:endParaRPr lang="en-US" sz="3200" b="0" strike="noStrike" spc="-1">
              <a:latin typeface="Arial"/>
            </a:endParaRPr>
          </a:p>
        </p:txBody>
      </p:sp>
      <p:sp>
        <p:nvSpPr>
          <p:cNvPr id="59" name="PlaceHolder 3"/>
          <p:cNvSpPr>
            <a:spLocks noGrp="1"/>
          </p:cNvSpPr>
          <p:nvPr>
            <p:ph type="body"/>
          </p:nvPr>
        </p:nvSpPr>
        <p:spPr>
          <a:xfrm>
            <a:off x="6231960" y="1604520"/>
            <a:ext cx="5354280" cy="1896840"/>
          </a:xfrm>
          <a:prstGeom prst="rect">
            <a:avLst/>
          </a:prstGeom>
        </p:spPr>
        <p:txBody>
          <a:bodyPr lIns="0" tIns="0" rIns="0" bIns="0">
            <a:normAutofit/>
          </a:bodyPr>
          <a:lstStyle/>
          <a:p>
            <a:endParaRPr lang="en-US" sz="3200" b="0" strike="noStrike" spc="-1">
              <a:latin typeface="Arial"/>
            </a:endParaRPr>
          </a:p>
        </p:txBody>
      </p:sp>
      <p:sp>
        <p:nvSpPr>
          <p:cNvPr id="60" name="PlaceHolder 4"/>
          <p:cNvSpPr>
            <a:spLocks noGrp="1"/>
          </p:cNvSpPr>
          <p:nvPr>
            <p:ph type="body"/>
          </p:nvPr>
        </p:nvSpPr>
        <p:spPr>
          <a:xfrm>
            <a:off x="609480" y="3682080"/>
            <a:ext cx="10972440" cy="1896840"/>
          </a:xfrm>
          <a:prstGeom prst="rect">
            <a:avLst/>
          </a:prstGeom>
        </p:spPr>
        <p:txBody>
          <a:bodyPr lIns="0" tIns="0" rIns="0" bIns="0">
            <a:normAutofit/>
          </a:bodyPr>
          <a:lstStyle/>
          <a:p>
            <a:endParaRPr lang="en-US" sz="3200" b="0" strike="noStrike" spc="-1">
              <a:latin typeface="Arial"/>
            </a:endParaRPr>
          </a:p>
        </p:txBody>
      </p:sp>
    </p:spTree>
  </p:cSld>
  <p:clrMapOvr>
    <a:masterClrMapping/>
  </p:clrMapOvr>
</p:sldLayout>
</file>

<file path=ppt/slideLayouts/slideLayout22.xml><?xml version="1.0" encoding="utf-8"?>
<p:sldLayout xmlns:a="http://schemas.openxmlformats.org/drawingml/2006/main" xmlns:r="http://schemas.openxmlformats.org/officeDocument/2006/relationships" xmlns:p="http://schemas.openxmlformats.org/presentationml/2006/main" type="objOverTx" preserve="1">
  <p:cSld name="Title, Content over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1" name="PlaceHolder 1"/>
          <p:cNvSpPr>
            <a:spLocks noGrp="1"/>
          </p:cNvSpPr>
          <p:nvPr>
            <p:ph type="title"/>
          </p:nvPr>
        </p:nvSpPr>
        <p:spPr>
          <a:xfrm>
            <a:off x="609480" y="273600"/>
            <a:ext cx="10972440" cy="1144800"/>
          </a:xfrm>
          <a:prstGeom prst="rect">
            <a:avLst/>
          </a:prstGeom>
        </p:spPr>
        <p:txBody>
          <a:bodyPr lIns="0" tIns="0" rIns="0" bIns="0" anchor="ctr"/>
          <a:lstStyle/>
          <a:p>
            <a:pPr algn="ctr"/>
            <a:endParaRPr lang="en-US" sz="4400" b="0" strike="noStrike" spc="-1">
              <a:latin typeface="Arial"/>
            </a:endParaRPr>
          </a:p>
        </p:txBody>
      </p:sp>
      <p:sp>
        <p:nvSpPr>
          <p:cNvPr id="62" name="PlaceHolder 2"/>
          <p:cNvSpPr>
            <a:spLocks noGrp="1"/>
          </p:cNvSpPr>
          <p:nvPr>
            <p:ph type="body"/>
          </p:nvPr>
        </p:nvSpPr>
        <p:spPr>
          <a:xfrm>
            <a:off x="609480" y="1604520"/>
            <a:ext cx="10972440" cy="1896840"/>
          </a:xfrm>
          <a:prstGeom prst="rect">
            <a:avLst/>
          </a:prstGeom>
        </p:spPr>
        <p:txBody>
          <a:bodyPr lIns="0" tIns="0" rIns="0" bIns="0">
            <a:normAutofit/>
          </a:bodyPr>
          <a:lstStyle/>
          <a:p>
            <a:endParaRPr lang="en-US" sz="3200" b="0" strike="noStrike" spc="-1">
              <a:latin typeface="Arial"/>
            </a:endParaRPr>
          </a:p>
        </p:txBody>
      </p:sp>
      <p:sp>
        <p:nvSpPr>
          <p:cNvPr id="63" name="PlaceHolder 3"/>
          <p:cNvSpPr>
            <a:spLocks noGrp="1"/>
          </p:cNvSpPr>
          <p:nvPr>
            <p:ph type="body"/>
          </p:nvPr>
        </p:nvSpPr>
        <p:spPr>
          <a:xfrm>
            <a:off x="609480" y="3682080"/>
            <a:ext cx="10972440" cy="1896840"/>
          </a:xfrm>
          <a:prstGeom prst="rect">
            <a:avLst/>
          </a:prstGeom>
        </p:spPr>
        <p:txBody>
          <a:bodyPr lIns="0" tIns="0" rIns="0" bIns="0">
            <a:normAutofit/>
          </a:bodyPr>
          <a:lstStyle/>
          <a:p>
            <a:endParaRPr lang="en-US" sz="3200" b="0" strike="noStrike" spc="-1">
              <a:latin typeface="Arial"/>
            </a:endParaRPr>
          </a:p>
        </p:txBody>
      </p:sp>
    </p:spTree>
  </p:cSld>
  <p:clrMapOvr>
    <a:masterClrMapping/>
  </p:clrMapOvr>
</p:sldLayout>
</file>

<file path=ppt/slideLayouts/slideLayout23.xml><?xml version="1.0" encoding="utf-8"?>
<p:sldLayout xmlns:a="http://schemas.openxmlformats.org/drawingml/2006/main" xmlns:r="http://schemas.openxmlformats.org/officeDocument/2006/relationships" xmlns:p="http://schemas.openxmlformats.org/presentationml/2006/main" type="fourObj" preserve="1">
  <p:cSld name="Title, 4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4" name="PlaceHolder 1"/>
          <p:cNvSpPr>
            <a:spLocks noGrp="1"/>
          </p:cNvSpPr>
          <p:nvPr>
            <p:ph type="title"/>
          </p:nvPr>
        </p:nvSpPr>
        <p:spPr>
          <a:xfrm>
            <a:off x="609480" y="273600"/>
            <a:ext cx="10972440" cy="1144800"/>
          </a:xfrm>
          <a:prstGeom prst="rect">
            <a:avLst/>
          </a:prstGeom>
        </p:spPr>
        <p:txBody>
          <a:bodyPr lIns="0" tIns="0" rIns="0" bIns="0" anchor="ctr"/>
          <a:lstStyle/>
          <a:p>
            <a:pPr algn="ctr"/>
            <a:endParaRPr lang="en-US" sz="4400" b="0" strike="noStrike" spc="-1">
              <a:latin typeface="Arial"/>
            </a:endParaRPr>
          </a:p>
        </p:txBody>
      </p:sp>
      <p:sp>
        <p:nvSpPr>
          <p:cNvPr id="65" name="PlaceHolder 2"/>
          <p:cNvSpPr>
            <a:spLocks noGrp="1"/>
          </p:cNvSpPr>
          <p:nvPr>
            <p:ph type="body"/>
          </p:nvPr>
        </p:nvSpPr>
        <p:spPr>
          <a:xfrm>
            <a:off x="609480" y="1604520"/>
            <a:ext cx="5354280" cy="1896840"/>
          </a:xfrm>
          <a:prstGeom prst="rect">
            <a:avLst/>
          </a:prstGeom>
        </p:spPr>
        <p:txBody>
          <a:bodyPr lIns="0" tIns="0" rIns="0" bIns="0">
            <a:normAutofit/>
          </a:bodyPr>
          <a:lstStyle/>
          <a:p>
            <a:endParaRPr lang="en-US" sz="3200" b="0" strike="noStrike" spc="-1">
              <a:latin typeface="Arial"/>
            </a:endParaRPr>
          </a:p>
        </p:txBody>
      </p:sp>
      <p:sp>
        <p:nvSpPr>
          <p:cNvPr id="66" name="PlaceHolder 3"/>
          <p:cNvSpPr>
            <a:spLocks noGrp="1"/>
          </p:cNvSpPr>
          <p:nvPr>
            <p:ph type="body"/>
          </p:nvPr>
        </p:nvSpPr>
        <p:spPr>
          <a:xfrm>
            <a:off x="6231960" y="1604520"/>
            <a:ext cx="5354280" cy="1896840"/>
          </a:xfrm>
          <a:prstGeom prst="rect">
            <a:avLst/>
          </a:prstGeom>
        </p:spPr>
        <p:txBody>
          <a:bodyPr lIns="0" tIns="0" rIns="0" bIns="0">
            <a:normAutofit/>
          </a:bodyPr>
          <a:lstStyle/>
          <a:p>
            <a:endParaRPr lang="en-US" sz="3200" b="0" strike="noStrike" spc="-1">
              <a:latin typeface="Arial"/>
            </a:endParaRPr>
          </a:p>
        </p:txBody>
      </p:sp>
      <p:sp>
        <p:nvSpPr>
          <p:cNvPr id="67" name="PlaceHolder 4"/>
          <p:cNvSpPr>
            <a:spLocks noGrp="1"/>
          </p:cNvSpPr>
          <p:nvPr>
            <p:ph type="body"/>
          </p:nvPr>
        </p:nvSpPr>
        <p:spPr>
          <a:xfrm>
            <a:off x="609480" y="3682080"/>
            <a:ext cx="5354280" cy="1896840"/>
          </a:xfrm>
          <a:prstGeom prst="rect">
            <a:avLst/>
          </a:prstGeom>
        </p:spPr>
        <p:txBody>
          <a:bodyPr lIns="0" tIns="0" rIns="0" bIns="0">
            <a:normAutofit/>
          </a:bodyPr>
          <a:lstStyle/>
          <a:p>
            <a:endParaRPr lang="en-US" sz="3200" b="0" strike="noStrike" spc="-1">
              <a:latin typeface="Arial"/>
            </a:endParaRPr>
          </a:p>
        </p:txBody>
      </p:sp>
      <p:sp>
        <p:nvSpPr>
          <p:cNvPr id="68" name="PlaceHolder 5"/>
          <p:cNvSpPr>
            <a:spLocks noGrp="1"/>
          </p:cNvSpPr>
          <p:nvPr>
            <p:ph type="body"/>
          </p:nvPr>
        </p:nvSpPr>
        <p:spPr>
          <a:xfrm>
            <a:off x="6231960" y="3682080"/>
            <a:ext cx="5354280" cy="1896840"/>
          </a:xfrm>
          <a:prstGeom prst="rect">
            <a:avLst/>
          </a:prstGeom>
        </p:spPr>
        <p:txBody>
          <a:bodyPr lIns="0" tIns="0" rIns="0" bIns="0">
            <a:normAutofit/>
          </a:bodyPr>
          <a:lstStyle/>
          <a:p>
            <a:endParaRPr lang="en-US" sz="3200" b="0" strike="noStrike" spc="-1">
              <a:latin typeface="Arial"/>
            </a:endParaRPr>
          </a:p>
        </p:txBody>
      </p:sp>
    </p:spTree>
  </p:cSld>
  <p:clrMapOvr>
    <a:masterClrMapping/>
  </p:clrMapOvr>
</p:sldLayout>
</file>

<file path=ppt/slideLayouts/slideLayout24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Title, 6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9" name="PlaceHolder 1"/>
          <p:cNvSpPr>
            <a:spLocks noGrp="1"/>
          </p:cNvSpPr>
          <p:nvPr>
            <p:ph type="title"/>
          </p:nvPr>
        </p:nvSpPr>
        <p:spPr>
          <a:xfrm>
            <a:off x="609480" y="273600"/>
            <a:ext cx="10972440" cy="1144800"/>
          </a:xfrm>
          <a:prstGeom prst="rect">
            <a:avLst/>
          </a:prstGeom>
        </p:spPr>
        <p:txBody>
          <a:bodyPr lIns="0" tIns="0" rIns="0" bIns="0" anchor="ctr"/>
          <a:lstStyle/>
          <a:p>
            <a:pPr algn="ctr"/>
            <a:endParaRPr lang="en-US" sz="4400" b="0" strike="noStrike" spc="-1">
              <a:latin typeface="Arial"/>
            </a:endParaRPr>
          </a:p>
        </p:txBody>
      </p:sp>
      <p:sp>
        <p:nvSpPr>
          <p:cNvPr id="70" name="PlaceHolder 2"/>
          <p:cNvSpPr>
            <a:spLocks noGrp="1"/>
          </p:cNvSpPr>
          <p:nvPr>
            <p:ph type="body"/>
          </p:nvPr>
        </p:nvSpPr>
        <p:spPr>
          <a:xfrm>
            <a:off x="609480" y="1604520"/>
            <a:ext cx="3533040" cy="1896840"/>
          </a:xfrm>
          <a:prstGeom prst="rect">
            <a:avLst/>
          </a:prstGeom>
        </p:spPr>
        <p:txBody>
          <a:bodyPr lIns="0" tIns="0" rIns="0" bIns="0">
            <a:normAutofit/>
          </a:bodyPr>
          <a:lstStyle/>
          <a:p>
            <a:endParaRPr lang="en-US" sz="3200" b="0" strike="noStrike" spc="-1">
              <a:latin typeface="Arial"/>
            </a:endParaRPr>
          </a:p>
        </p:txBody>
      </p:sp>
      <p:sp>
        <p:nvSpPr>
          <p:cNvPr id="71" name="PlaceHolder 3"/>
          <p:cNvSpPr>
            <a:spLocks noGrp="1"/>
          </p:cNvSpPr>
          <p:nvPr>
            <p:ph type="body"/>
          </p:nvPr>
        </p:nvSpPr>
        <p:spPr>
          <a:xfrm>
            <a:off x="4319640" y="1604520"/>
            <a:ext cx="3533040" cy="1896840"/>
          </a:xfrm>
          <a:prstGeom prst="rect">
            <a:avLst/>
          </a:prstGeom>
        </p:spPr>
        <p:txBody>
          <a:bodyPr lIns="0" tIns="0" rIns="0" bIns="0">
            <a:normAutofit/>
          </a:bodyPr>
          <a:lstStyle/>
          <a:p>
            <a:endParaRPr lang="en-US" sz="3200" b="0" strike="noStrike" spc="-1">
              <a:latin typeface="Arial"/>
            </a:endParaRPr>
          </a:p>
        </p:txBody>
      </p:sp>
      <p:sp>
        <p:nvSpPr>
          <p:cNvPr id="72" name="PlaceHolder 4"/>
          <p:cNvSpPr>
            <a:spLocks noGrp="1"/>
          </p:cNvSpPr>
          <p:nvPr>
            <p:ph type="body"/>
          </p:nvPr>
        </p:nvSpPr>
        <p:spPr>
          <a:xfrm>
            <a:off x="8029800" y="1604520"/>
            <a:ext cx="3533040" cy="1896840"/>
          </a:xfrm>
          <a:prstGeom prst="rect">
            <a:avLst/>
          </a:prstGeom>
        </p:spPr>
        <p:txBody>
          <a:bodyPr lIns="0" tIns="0" rIns="0" bIns="0">
            <a:normAutofit/>
          </a:bodyPr>
          <a:lstStyle/>
          <a:p>
            <a:endParaRPr lang="en-US" sz="3200" b="0" strike="noStrike" spc="-1">
              <a:latin typeface="Arial"/>
            </a:endParaRPr>
          </a:p>
        </p:txBody>
      </p:sp>
      <p:sp>
        <p:nvSpPr>
          <p:cNvPr id="73" name="PlaceHolder 5"/>
          <p:cNvSpPr>
            <a:spLocks noGrp="1"/>
          </p:cNvSpPr>
          <p:nvPr>
            <p:ph type="body"/>
          </p:nvPr>
        </p:nvSpPr>
        <p:spPr>
          <a:xfrm>
            <a:off x="609480" y="3682080"/>
            <a:ext cx="3533040" cy="1896840"/>
          </a:xfrm>
          <a:prstGeom prst="rect">
            <a:avLst/>
          </a:prstGeom>
        </p:spPr>
        <p:txBody>
          <a:bodyPr lIns="0" tIns="0" rIns="0" bIns="0">
            <a:normAutofit/>
          </a:bodyPr>
          <a:lstStyle/>
          <a:p>
            <a:endParaRPr lang="en-US" sz="3200" b="0" strike="noStrike" spc="-1">
              <a:latin typeface="Arial"/>
            </a:endParaRPr>
          </a:p>
        </p:txBody>
      </p:sp>
      <p:sp>
        <p:nvSpPr>
          <p:cNvPr id="74" name="PlaceHolder 6"/>
          <p:cNvSpPr>
            <a:spLocks noGrp="1"/>
          </p:cNvSpPr>
          <p:nvPr>
            <p:ph type="body"/>
          </p:nvPr>
        </p:nvSpPr>
        <p:spPr>
          <a:xfrm>
            <a:off x="4319640" y="3682080"/>
            <a:ext cx="3533040" cy="1896840"/>
          </a:xfrm>
          <a:prstGeom prst="rect">
            <a:avLst/>
          </a:prstGeom>
        </p:spPr>
        <p:txBody>
          <a:bodyPr lIns="0" tIns="0" rIns="0" bIns="0">
            <a:normAutofit/>
          </a:bodyPr>
          <a:lstStyle/>
          <a:p>
            <a:endParaRPr lang="en-US" sz="3200" b="0" strike="noStrike" spc="-1">
              <a:latin typeface="Arial"/>
            </a:endParaRPr>
          </a:p>
        </p:txBody>
      </p:sp>
      <p:sp>
        <p:nvSpPr>
          <p:cNvPr id="75" name="PlaceHolder 7"/>
          <p:cNvSpPr>
            <a:spLocks noGrp="1"/>
          </p:cNvSpPr>
          <p:nvPr>
            <p:ph type="body"/>
          </p:nvPr>
        </p:nvSpPr>
        <p:spPr>
          <a:xfrm>
            <a:off x="8029800" y="3682080"/>
            <a:ext cx="3533040" cy="1896840"/>
          </a:xfrm>
          <a:prstGeom prst="rect">
            <a:avLst/>
          </a:prstGeom>
        </p:spPr>
        <p:txBody>
          <a:bodyPr lIns="0" tIns="0" rIns="0" bIns="0">
            <a:normAutofit/>
          </a:bodyPr>
          <a:lstStyle/>
          <a:p>
            <a:endParaRPr lang="en-US" sz="3200" b="0" strike="noStrike" spc="-1">
              <a:latin typeface="Arial"/>
            </a:endParaRPr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13" Type="http://schemas.openxmlformats.org/officeDocument/2006/relationships/theme" Target="../theme/theme1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slideLayout" Target="../slideLayouts/slideLayout12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_rels/slideMaster2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20.xml"/><Relationship Id="rId13" Type="http://schemas.openxmlformats.org/officeDocument/2006/relationships/theme" Target="../theme/theme2.xml"/><Relationship Id="rId3" Type="http://schemas.openxmlformats.org/officeDocument/2006/relationships/slideLayout" Target="../slideLayouts/slideLayout15.xml"/><Relationship Id="rId7" Type="http://schemas.openxmlformats.org/officeDocument/2006/relationships/slideLayout" Target="../slideLayouts/slideLayout19.xml"/><Relationship Id="rId12" Type="http://schemas.openxmlformats.org/officeDocument/2006/relationships/slideLayout" Target="../slideLayouts/slideLayout24.xml"/><Relationship Id="rId2" Type="http://schemas.openxmlformats.org/officeDocument/2006/relationships/slideLayout" Target="../slideLayouts/slideLayout14.xml"/><Relationship Id="rId1" Type="http://schemas.openxmlformats.org/officeDocument/2006/relationships/slideLayout" Target="../slideLayouts/slideLayout13.xml"/><Relationship Id="rId6" Type="http://schemas.openxmlformats.org/officeDocument/2006/relationships/slideLayout" Target="../slideLayouts/slideLayout18.xml"/><Relationship Id="rId11" Type="http://schemas.openxmlformats.org/officeDocument/2006/relationships/slideLayout" Target="../slideLayouts/slideLayout23.xml"/><Relationship Id="rId5" Type="http://schemas.openxmlformats.org/officeDocument/2006/relationships/slideLayout" Target="../slideLayouts/slideLayout17.xml"/><Relationship Id="rId10" Type="http://schemas.openxmlformats.org/officeDocument/2006/relationships/slideLayout" Target="../slideLayouts/slideLayout22.xml"/><Relationship Id="rId4" Type="http://schemas.openxmlformats.org/officeDocument/2006/relationships/slideLayout" Target="../slideLayouts/slideLayout16.xml"/><Relationship Id="rId9" Type="http://schemas.openxmlformats.org/officeDocument/2006/relationships/slideLayout" Target="../slideLayouts/slideLayout2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PlaceHolder 1"/>
          <p:cNvSpPr>
            <a:spLocks noGrp="1"/>
          </p:cNvSpPr>
          <p:nvPr>
            <p:ph type="title"/>
          </p:nvPr>
        </p:nvSpPr>
        <p:spPr>
          <a:xfrm>
            <a:off x="838080" y="365040"/>
            <a:ext cx="10514880" cy="1324800"/>
          </a:xfrm>
          <a:prstGeom prst="rect">
            <a:avLst/>
          </a:prstGeom>
        </p:spPr>
        <p:txBody>
          <a:bodyPr lIns="0" tIns="0" rIns="0" bIns="0" anchor="ctr"/>
          <a:lstStyle/>
          <a:p>
            <a:r>
              <a:rPr lang="en-US" sz="1800" b="0" strike="noStrike" spc="-1">
                <a:latin typeface="Arial"/>
              </a:rPr>
              <a:t>Click to edit the title text format</a:t>
            </a:r>
          </a:p>
        </p:txBody>
      </p:sp>
      <p:sp>
        <p:nvSpPr>
          <p:cNvPr id="3" name="PlaceHolder 2"/>
          <p:cNvSpPr>
            <a:spLocks noGrp="1"/>
          </p:cNvSpPr>
          <p:nvPr>
            <p:ph type="body"/>
          </p:nvPr>
        </p:nvSpPr>
        <p:spPr>
          <a:xfrm>
            <a:off x="609480" y="1604520"/>
            <a:ext cx="10972440" cy="3977280"/>
          </a:xfrm>
          <a:prstGeom prst="rect">
            <a:avLst/>
          </a:prstGeom>
        </p:spPr>
        <p:txBody>
          <a:bodyPr lIns="0" tIns="0" rIns="0" bIns="0">
            <a:normAutofit/>
          </a:bodyPr>
          <a:lstStyle/>
          <a:p>
            <a:pPr marL="432000" indent="-324000">
              <a:spcBef>
                <a:spcPts val="1417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lang="en-US" sz="3200" b="0" strike="noStrike" spc="-1">
                <a:latin typeface="Arial"/>
              </a:rPr>
              <a:t>Click to edit the outline text format</a:t>
            </a:r>
          </a:p>
          <a:p>
            <a:pPr marL="864000" lvl="1" indent="-324000">
              <a:spcBef>
                <a:spcPts val="1134"/>
              </a:spcBef>
              <a:buClr>
                <a:srgbClr val="000000"/>
              </a:buClr>
              <a:buSzPct val="75000"/>
              <a:buFont typeface="Symbol" charset="2"/>
              <a:buChar char=""/>
            </a:pPr>
            <a:r>
              <a:rPr lang="en-US" sz="2800" b="0" strike="noStrike" spc="-1">
                <a:latin typeface="Arial"/>
              </a:rPr>
              <a:t>Second Outline Level</a:t>
            </a:r>
          </a:p>
          <a:p>
            <a:pPr marL="1296000" lvl="2" indent="-288000">
              <a:spcBef>
                <a:spcPts val="850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lang="en-US" sz="2400" b="0" strike="noStrike" spc="-1">
                <a:latin typeface="Arial"/>
              </a:rPr>
              <a:t>Third Outline Level</a:t>
            </a:r>
          </a:p>
          <a:p>
            <a:pPr marL="1728000" lvl="3" indent="-216000">
              <a:spcBef>
                <a:spcPts val="567"/>
              </a:spcBef>
              <a:buClr>
                <a:srgbClr val="000000"/>
              </a:buClr>
              <a:buSzPct val="75000"/>
              <a:buFont typeface="Symbol" charset="2"/>
              <a:buChar char=""/>
            </a:pPr>
            <a:r>
              <a:rPr lang="en-US" sz="2000" b="0" strike="noStrike" spc="-1">
                <a:latin typeface="Arial"/>
              </a:rPr>
              <a:t>Fourth Outline Level</a:t>
            </a:r>
          </a:p>
          <a:p>
            <a:pPr marL="2160000" lvl="4" indent="-216000"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lang="en-US" sz="2000" b="0" strike="noStrike" spc="-1">
                <a:latin typeface="Arial"/>
              </a:rPr>
              <a:t>Fifth Outline Level</a:t>
            </a:r>
          </a:p>
          <a:p>
            <a:pPr marL="2592000" lvl="5" indent="-216000"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lang="en-US" sz="2000" b="0" strike="noStrike" spc="-1">
                <a:latin typeface="Arial"/>
              </a:rPr>
              <a:t>Sixth Outline Level</a:t>
            </a:r>
          </a:p>
          <a:p>
            <a:pPr marL="3024000" lvl="6" indent="-216000"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lang="en-US" sz="2000" b="0" strike="noStrike" spc="-1">
                <a:latin typeface="Arial"/>
              </a:rPr>
              <a:t>Seventh Outline Level</a:t>
            </a:r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  <p:sldLayoutId id="2147483660" r:id="rId12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Masters/slideMaster2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8" name="PlaceHolder 1"/>
          <p:cNvSpPr>
            <a:spLocks noGrp="1"/>
          </p:cNvSpPr>
          <p:nvPr>
            <p:ph type="title"/>
          </p:nvPr>
        </p:nvSpPr>
        <p:spPr>
          <a:xfrm>
            <a:off x="609480" y="273600"/>
            <a:ext cx="10972440" cy="1144800"/>
          </a:xfrm>
          <a:prstGeom prst="rect">
            <a:avLst/>
          </a:prstGeom>
        </p:spPr>
        <p:txBody>
          <a:bodyPr lIns="0" tIns="0" rIns="0" bIns="0" anchor="ctr"/>
          <a:lstStyle/>
          <a:p>
            <a:pPr algn="ctr"/>
            <a:r>
              <a:rPr lang="en-US" sz="4400" b="0" strike="noStrike" spc="-1">
                <a:latin typeface="Arial"/>
              </a:rPr>
              <a:t>Click to edit the title text format</a:t>
            </a:r>
          </a:p>
        </p:txBody>
      </p:sp>
      <p:sp>
        <p:nvSpPr>
          <p:cNvPr id="39" name="PlaceHolder 2"/>
          <p:cNvSpPr>
            <a:spLocks noGrp="1"/>
          </p:cNvSpPr>
          <p:nvPr>
            <p:ph type="body"/>
          </p:nvPr>
        </p:nvSpPr>
        <p:spPr>
          <a:xfrm>
            <a:off x="609480" y="1604520"/>
            <a:ext cx="10972440" cy="3977280"/>
          </a:xfrm>
          <a:prstGeom prst="rect">
            <a:avLst/>
          </a:prstGeom>
        </p:spPr>
        <p:txBody>
          <a:bodyPr lIns="0" tIns="0" rIns="0" bIns="0">
            <a:normAutofit/>
          </a:bodyPr>
          <a:lstStyle/>
          <a:p>
            <a:pPr marL="432000" indent="-324000">
              <a:spcBef>
                <a:spcPts val="1417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lang="en-US" sz="3200" b="0" strike="noStrike" spc="-1">
                <a:latin typeface="Arial"/>
              </a:rPr>
              <a:t>Click to edit the outline text format</a:t>
            </a:r>
          </a:p>
          <a:p>
            <a:pPr marL="864000" lvl="1" indent="-324000">
              <a:spcBef>
                <a:spcPts val="1134"/>
              </a:spcBef>
              <a:buClr>
                <a:srgbClr val="000000"/>
              </a:buClr>
              <a:buSzPct val="75000"/>
              <a:buFont typeface="Symbol" charset="2"/>
              <a:buChar char=""/>
            </a:pPr>
            <a:r>
              <a:rPr lang="en-US" sz="2800" b="0" strike="noStrike" spc="-1">
                <a:latin typeface="Arial"/>
              </a:rPr>
              <a:t>Second Outline Level</a:t>
            </a:r>
          </a:p>
          <a:p>
            <a:pPr marL="1296000" lvl="2" indent="-288000">
              <a:spcBef>
                <a:spcPts val="850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lang="en-US" sz="2400" b="0" strike="noStrike" spc="-1">
                <a:latin typeface="Arial"/>
              </a:rPr>
              <a:t>Third Outline Level</a:t>
            </a:r>
          </a:p>
          <a:p>
            <a:pPr marL="1728000" lvl="3" indent="-216000">
              <a:spcBef>
                <a:spcPts val="567"/>
              </a:spcBef>
              <a:buClr>
                <a:srgbClr val="000000"/>
              </a:buClr>
              <a:buSzPct val="75000"/>
              <a:buFont typeface="Symbol" charset="2"/>
              <a:buChar char=""/>
            </a:pPr>
            <a:r>
              <a:rPr lang="en-US" sz="2000" b="0" strike="noStrike" spc="-1">
                <a:latin typeface="Arial"/>
              </a:rPr>
              <a:t>Fourth Outline Level</a:t>
            </a:r>
          </a:p>
          <a:p>
            <a:pPr marL="2160000" lvl="4" indent="-216000"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lang="en-US" sz="2000" b="0" strike="noStrike" spc="-1">
                <a:latin typeface="Arial"/>
              </a:rPr>
              <a:t>Fifth Outline Level</a:t>
            </a:r>
          </a:p>
          <a:p>
            <a:pPr marL="2592000" lvl="5" indent="-216000"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lang="en-US" sz="2000" b="0" strike="noStrike" spc="-1">
                <a:latin typeface="Arial"/>
              </a:rPr>
              <a:t>Sixth Outline Level</a:t>
            </a:r>
          </a:p>
          <a:p>
            <a:pPr marL="3024000" lvl="6" indent="-216000"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lang="en-US" sz="2000" b="0" strike="noStrike" spc="-1">
                <a:latin typeface="Arial"/>
              </a:rPr>
              <a:t>Seventh Outline Level</a:t>
            </a:r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62" r:id="rId1"/>
    <p:sldLayoutId id="2147483663" r:id="rId2"/>
    <p:sldLayoutId id="2147483664" r:id="rId3"/>
    <p:sldLayoutId id="2147483665" r:id="rId4"/>
    <p:sldLayoutId id="2147483666" r:id="rId5"/>
    <p:sldLayoutId id="2147483667" r:id="rId6"/>
    <p:sldLayoutId id="2147483668" r:id="rId7"/>
    <p:sldLayoutId id="2147483669" r:id="rId8"/>
    <p:sldLayoutId id="2147483670" r:id="rId9"/>
    <p:sldLayoutId id="2147483671" r:id="rId10"/>
    <p:sldLayoutId id="2147483672" r:id="rId11"/>
    <p:sldLayoutId id="2147483673" r:id="rId12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3.xml"/></Relationships>
</file>

<file path=ppt/slides/_rels/slide2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13.xml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13.xml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image" Target="../media/image5.png"/><Relationship Id="rId2" Type="http://schemas.openxmlformats.org/officeDocument/2006/relationships/image" Target="../media/image4.png"/><Relationship Id="rId1" Type="http://schemas.openxmlformats.org/officeDocument/2006/relationships/slideLayout" Target="../slideLayouts/slideLayout13.xml"/><Relationship Id="rId4" Type="http://schemas.openxmlformats.org/officeDocument/2006/relationships/image" Target="../media/image1.png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image" Target="../media/image6.jpeg"/><Relationship Id="rId1" Type="http://schemas.openxmlformats.org/officeDocument/2006/relationships/slideLayout" Target="../slideLayouts/slideLayout13.xml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image" Target="../media/image7.png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13.xml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image" Target="../media/image8.jpg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13.xml"/></Relationships>
</file>

<file path=ppt/slides/_rels/slide8.xml.rels><?xml version="1.0" encoding="UTF-8" standalone="yes"?>
<Relationships xmlns="http://schemas.openxmlformats.org/package/2006/relationships"><Relationship Id="rId3" Type="http://schemas.openxmlformats.org/officeDocument/2006/relationships/image" Target="../media/image8.jpg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13.xml"/><Relationship Id="rId4" Type="http://schemas.openxmlformats.org/officeDocument/2006/relationships/image" Target="../media/image9.png"/></Relationships>
</file>

<file path=ppt/slides/_rels/slide9.xml.rels><?xml version="1.0" encoding="UTF-8" standalone="yes"?>
<Relationships xmlns="http://schemas.openxmlformats.org/package/2006/relationships"><Relationship Id="rId3" Type="http://schemas.openxmlformats.org/officeDocument/2006/relationships/image" Target="../media/image8.jpg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13.xml"/><Relationship Id="rId4" Type="http://schemas.openxmlformats.org/officeDocument/2006/relationships/image" Target="../media/image9.png"/></Relationships>
</file>

<file path=ppt/slides/_rels/slide10.xml.rels><?xml version="1.0" encoding="UTF-8" standalone="yes"?>
<Relationships xmlns="http://schemas.openxmlformats.org/package/2006/relationships"><Relationship Id="rId3" Type="http://schemas.openxmlformats.org/officeDocument/2006/relationships/image" Target="../media/image8.jpg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13.xml"/><Relationship Id="rId5" Type="http://schemas.openxmlformats.org/officeDocument/2006/relationships/image" Target="../media/image10.png"/><Relationship Id="rId4" Type="http://schemas.openxmlformats.org/officeDocument/2006/relationships/image" Target="../media/image9.png"/></Relationships>
</file>

<file path=ppt/slides/_rels/slide11.xml.rels><?xml version="1.0" encoding="UTF-8" standalone="yes"?>
<Relationships xmlns="http://schemas.openxmlformats.org/package/2006/relationships"><Relationship Id="rId3" Type="http://schemas.openxmlformats.org/officeDocument/2006/relationships/image" Target="../media/image11.png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13.xml"/></Relationships>
</file>

<file path=ppt/slides/_rels/slide12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13.xml"/></Relationships>
</file>

<file path=ppt/slides/_rels/slide13.xml.rels><?xml version="1.0" encoding="UTF-8" standalone="yes"?>
<Relationships xmlns="http://schemas.openxmlformats.org/package/2006/relationships"><Relationship Id="rId3" Type="http://schemas.openxmlformats.org/officeDocument/2006/relationships/image" Target="../media/image12.png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13.xml"/></Relationships>
</file>

<file path=ppt/slides/_rels/slide14.xml.rels><?xml version="1.0" encoding="UTF-8" standalone="yes"?>
<Relationships xmlns="http://schemas.openxmlformats.org/package/2006/relationships"><Relationship Id="rId3" Type="http://schemas.openxmlformats.org/officeDocument/2006/relationships/image" Target="../media/image13.png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13.xml"/></Relationships>
</file>

<file path=ppt/slides/_rels/slide15.xml.rels><?xml version="1.0" encoding="UTF-8" standalone="yes"?>
<Relationships xmlns="http://schemas.openxmlformats.org/package/2006/relationships"><Relationship Id="rId3" Type="http://schemas.openxmlformats.org/officeDocument/2006/relationships/image" Target="../media/image14.png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13.xml"/></Relationships>
</file>

<file path=ppt/slides/_rels/slide16.xml.rels><?xml version="1.0" encoding="UTF-8" standalone="yes"?>
<Relationships xmlns="http://schemas.openxmlformats.org/package/2006/relationships"><Relationship Id="rId3" Type="http://schemas.openxmlformats.org/officeDocument/2006/relationships/image" Target="../media/image14.png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13.xml"/></Relationships>
</file>

<file path=ppt/slides/_rels/slide17.xml.rels><?xml version="1.0" encoding="UTF-8" standalone="yes"?>
<Relationships xmlns="http://schemas.openxmlformats.org/package/2006/relationships"><Relationship Id="rId3" Type="http://schemas.openxmlformats.org/officeDocument/2006/relationships/image" Target="../media/image15.jpg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13.xml"/></Relationships>
</file>

<file path=ppt/slides/_rels/slide18.xml.rels><?xml version="1.0" encoding="UTF-8" standalone="yes"?>
<Relationships xmlns="http://schemas.openxmlformats.org/package/2006/relationships"><Relationship Id="rId3" Type="http://schemas.openxmlformats.org/officeDocument/2006/relationships/image" Target="../media/image16.png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13.xml"/></Relationships>
</file>

<file path=ppt/slides/_rels/slide19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13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6" name="CustomShape 1"/>
          <p:cNvSpPr/>
          <p:nvPr/>
        </p:nvSpPr>
        <p:spPr>
          <a:xfrm>
            <a:off x="1407600" y="1157400"/>
            <a:ext cx="9143280" cy="2742480"/>
          </a:xfrm>
          <a:prstGeom prst="rect">
            <a:avLst/>
          </a:prstGeom>
          <a:noFill/>
          <a:ln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90000" tIns="45000" rIns="90000" bIns="45000" anchor="b"/>
          <a:lstStyle/>
          <a:p>
            <a:pPr algn="ctr">
              <a:lnSpc>
                <a:spcPct val="90000"/>
              </a:lnSpc>
            </a:pPr>
            <a:r>
              <a:rPr lang="en-US" sz="6000" b="0" strike="noStrike" spc="-1">
                <a:solidFill>
                  <a:srgbClr val="333333"/>
                </a:solidFill>
                <a:latin typeface="Microsoft Sans Serif"/>
                <a:ea typeface="Microsoft Sans Serif"/>
              </a:rPr>
              <a:t>Arquitetura Mobile</a:t>
            </a:r>
            <a:endParaRPr lang="en-US" sz="6000" b="0" strike="noStrike" spc="-1">
              <a:latin typeface="Arial"/>
            </a:endParaRPr>
          </a:p>
        </p:txBody>
      </p:sp>
      <p:sp>
        <p:nvSpPr>
          <p:cNvPr id="77" name="CustomShape 2"/>
          <p:cNvSpPr/>
          <p:nvPr/>
        </p:nvSpPr>
        <p:spPr>
          <a:xfrm>
            <a:off x="1523880" y="3602160"/>
            <a:ext cx="9143280" cy="1654920"/>
          </a:xfrm>
          <a:prstGeom prst="rect">
            <a:avLst/>
          </a:prstGeom>
          <a:noFill/>
          <a:ln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90000" tIns="45000" rIns="90000" bIns="45000"/>
          <a:lstStyle/>
          <a:p>
            <a:pPr algn="ctr">
              <a:lnSpc>
                <a:spcPct val="90000"/>
              </a:lnSpc>
              <a:spcBef>
                <a:spcPts val="1001"/>
              </a:spcBef>
            </a:pPr>
            <a:endParaRPr lang="en-US" sz="1800" b="0" strike="noStrike" spc="-1">
              <a:latin typeface="Arial"/>
            </a:endParaRPr>
          </a:p>
          <a:p>
            <a:pPr algn="ctr">
              <a:lnSpc>
                <a:spcPct val="90000"/>
              </a:lnSpc>
              <a:spcBef>
                <a:spcPts val="1001"/>
              </a:spcBef>
            </a:pPr>
            <a:endParaRPr lang="en-US" sz="1800" b="0" strike="noStrike" spc="-1">
              <a:latin typeface="Arial"/>
            </a:endParaRPr>
          </a:p>
        </p:txBody>
      </p:sp>
      <p:pic>
        <p:nvPicPr>
          <p:cNvPr id="78" name="Picture 77"/>
          <p:cNvPicPr/>
          <p:nvPr/>
        </p:nvPicPr>
        <p:blipFill>
          <a:blip r:embed="rId2"/>
          <a:stretch/>
        </p:blipFill>
        <p:spPr>
          <a:xfrm>
            <a:off x="10708560" y="6224760"/>
            <a:ext cx="1483200" cy="632880"/>
          </a:xfrm>
          <a:prstGeom prst="rect">
            <a:avLst/>
          </a:prstGeom>
          <a:ln>
            <a:noFill/>
          </a:ln>
        </p:spPr>
      </p:pic>
    </p:spTree>
  </p:cSld>
  <p:clrMapOvr>
    <a:masterClrMapping/>
  </p:clrMapOvr>
  <p:timing>
    <p:tnLst>
      <p:par>
        <p:cTn id="1" dur="indefinite" restart="never" nodeType="tmRoot">
          <p:childTnLst>
            <p:seq>
              <p:cTn id="2" dur="indefinite" nodeType="mainSeq"/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2" name="TextShape 2"/>
          <p:cNvSpPr txBox="1"/>
          <p:nvPr/>
        </p:nvSpPr>
        <p:spPr>
          <a:xfrm>
            <a:off x="583200" y="628565"/>
            <a:ext cx="8103960" cy="914400"/>
          </a:xfrm>
          <a:prstGeom prst="rect">
            <a:avLst/>
          </a:prstGeom>
          <a:noFill/>
          <a:ln>
            <a:noFill/>
          </a:ln>
        </p:spPr>
        <p:txBody>
          <a:bodyPr lIns="90000" tIns="45000" rIns="90000" bIns="45000"/>
          <a:lstStyle/>
          <a:p>
            <a:r>
              <a:rPr lang="en-US" sz="3200" b="1" strike="noStrike" spc="-1" dirty="0" err="1">
                <a:solidFill>
                  <a:srgbClr val="333333"/>
                </a:solidFill>
                <a:latin typeface="Microsoft Sans Serif"/>
              </a:rPr>
              <a:t>Nativo</a:t>
            </a:r>
            <a:endParaRPr lang="en-US" sz="3200" b="1" strike="noStrike" spc="-1" dirty="0">
              <a:solidFill>
                <a:srgbClr val="333333"/>
              </a:solidFill>
              <a:latin typeface="Microsoft Sans Serif"/>
            </a:endParaRPr>
          </a:p>
          <a:p>
            <a:endParaRPr lang="en-US" sz="3200" b="0" strike="noStrike" spc="-1" dirty="0">
              <a:solidFill>
                <a:schemeClr val="bg2">
                  <a:lumMod val="75000"/>
                </a:schemeClr>
              </a:solidFill>
              <a:latin typeface="Arial"/>
            </a:endParaRPr>
          </a:p>
        </p:txBody>
      </p:sp>
      <p:pic>
        <p:nvPicPr>
          <p:cNvPr id="133" name="Picture 132"/>
          <p:cNvPicPr/>
          <p:nvPr/>
        </p:nvPicPr>
        <p:blipFill>
          <a:blip r:embed="rId2"/>
          <a:stretch/>
        </p:blipFill>
        <p:spPr>
          <a:xfrm>
            <a:off x="10698480" y="6217920"/>
            <a:ext cx="1483560" cy="633240"/>
          </a:xfrm>
          <a:prstGeom prst="rect">
            <a:avLst/>
          </a:prstGeom>
          <a:ln>
            <a:noFill/>
          </a:ln>
        </p:spPr>
      </p:pic>
      <p:pic>
        <p:nvPicPr>
          <p:cNvPr id="3" name="Picture 2">
            <a:extLst>
              <a:ext uri="{FF2B5EF4-FFF2-40B4-BE49-F238E27FC236}">
                <a16:creationId xmlns:a16="http://schemas.microsoft.com/office/drawing/2014/main" id="{E4A5A092-8767-EA44-881B-2CE4F0CE01E4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977902" y="1465695"/>
            <a:ext cx="7977913" cy="4258211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082287706"/>
      </p:ext>
    </p:extLst>
  </p:cSld>
  <p:clrMapOvr>
    <a:masterClrMapping/>
  </p:clrMapOvr>
  <p:timing>
    <p:tnLst>
      <p:par>
        <p:cTn id="1" dur="indefinite" restart="never" nodeType="tmRoot">
          <p:childTnLst>
            <p:seq>
              <p:cTn id="2" dur="indefinite" nodeType="mainSeq"/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2" name="TextShape 2"/>
          <p:cNvSpPr txBox="1"/>
          <p:nvPr/>
        </p:nvSpPr>
        <p:spPr>
          <a:xfrm>
            <a:off x="583200" y="640440"/>
            <a:ext cx="8103960" cy="914400"/>
          </a:xfrm>
          <a:prstGeom prst="rect">
            <a:avLst/>
          </a:prstGeom>
          <a:noFill/>
          <a:ln>
            <a:noFill/>
          </a:ln>
        </p:spPr>
        <p:txBody>
          <a:bodyPr lIns="90000" tIns="45000" rIns="90000" bIns="45000"/>
          <a:lstStyle/>
          <a:p>
            <a:r>
              <a:rPr lang="en-US" sz="3200" b="1" strike="noStrike" spc="-1" dirty="0" err="1">
                <a:solidFill>
                  <a:srgbClr val="333333"/>
                </a:solidFill>
                <a:latin typeface="Microsoft Sans Serif"/>
              </a:rPr>
              <a:t>Híbrido</a:t>
            </a:r>
            <a:endParaRPr lang="en-US" sz="3200" b="0" strike="noStrike" spc="-1" dirty="0">
              <a:latin typeface="Arial"/>
            </a:endParaRPr>
          </a:p>
        </p:txBody>
      </p:sp>
      <p:pic>
        <p:nvPicPr>
          <p:cNvPr id="133" name="Picture 132"/>
          <p:cNvPicPr/>
          <p:nvPr/>
        </p:nvPicPr>
        <p:blipFill>
          <a:blip r:embed="rId2"/>
          <a:stretch/>
        </p:blipFill>
        <p:spPr>
          <a:xfrm>
            <a:off x="10698480" y="6217920"/>
            <a:ext cx="1483560" cy="633240"/>
          </a:xfrm>
          <a:prstGeom prst="rect">
            <a:avLst/>
          </a:prstGeom>
          <a:ln>
            <a:noFill/>
          </a:ln>
        </p:spPr>
      </p:pic>
      <p:pic>
        <p:nvPicPr>
          <p:cNvPr id="3" name="Picture 2">
            <a:extLst>
              <a:ext uri="{FF2B5EF4-FFF2-40B4-BE49-F238E27FC236}">
                <a16:creationId xmlns:a16="http://schemas.microsoft.com/office/drawing/2014/main" id="{8435A101-3B31-A247-B7EB-21CD345C8DF5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807440" y="1414895"/>
            <a:ext cx="8800329" cy="4202133"/>
          </a:xfrm>
          <a:prstGeom prst="rect">
            <a:avLst/>
          </a:prstGeom>
        </p:spPr>
      </p:pic>
    </p:spTree>
  </p:cSld>
  <p:clrMapOvr>
    <a:masterClrMapping/>
  </p:clrMapOvr>
  <p:timing>
    <p:tnLst>
      <p:par>
        <p:cTn id="1" dur="indefinite" restart="never" nodeType="tmRoot">
          <p:childTnLst>
            <p:seq>
              <p:cTn id="2" dur="indefinite" nodeType="mainSeq"/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7" name="Line 1"/>
          <p:cNvSpPr/>
          <p:nvPr/>
        </p:nvSpPr>
        <p:spPr>
          <a:xfrm>
            <a:off x="3178800" y="2906640"/>
            <a:ext cx="1905840" cy="360"/>
          </a:xfrm>
          <a:prstGeom prst="line">
            <a:avLst/>
          </a:prstGeom>
          <a:ln>
            <a:solidFill>
              <a:srgbClr val="000000"/>
            </a:solidFill>
            <a:tailEnd type="triangle" w="med" len="med"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</p:sp>
      <p:pic>
        <p:nvPicPr>
          <p:cNvPr id="98" name="Picture 97"/>
          <p:cNvPicPr/>
          <p:nvPr/>
        </p:nvPicPr>
        <p:blipFill>
          <a:blip r:embed="rId2"/>
          <a:stretch/>
        </p:blipFill>
        <p:spPr>
          <a:xfrm>
            <a:off x="731520" y="1097280"/>
            <a:ext cx="2336040" cy="4761360"/>
          </a:xfrm>
          <a:prstGeom prst="rect">
            <a:avLst/>
          </a:prstGeom>
          <a:ln>
            <a:noFill/>
          </a:ln>
        </p:spPr>
      </p:pic>
      <p:pic>
        <p:nvPicPr>
          <p:cNvPr id="99" name="Picture 98"/>
          <p:cNvPicPr/>
          <p:nvPr/>
        </p:nvPicPr>
        <p:blipFill>
          <a:blip r:embed="rId3"/>
          <a:stretch/>
        </p:blipFill>
        <p:spPr>
          <a:xfrm>
            <a:off x="5394960" y="1097280"/>
            <a:ext cx="6783120" cy="4075560"/>
          </a:xfrm>
          <a:prstGeom prst="rect">
            <a:avLst/>
          </a:prstGeom>
          <a:ln>
            <a:noFill/>
          </a:ln>
        </p:spPr>
      </p:pic>
      <p:pic>
        <p:nvPicPr>
          <p:cNvPr id="100" name="Picture 99"/>
          <p:cNvPicPr/>
          <p:nvPr/>
        </p:nvPicPr>
        <p:blipFill>
          <a:blip r:embed="rId4"/>
          <a:stretch/>
        </p:blipFill>
        <p:spPr>
          <a:xfrm>
            <a:off x="10708560" y="6224760"/>
            <a:ext cx="1483560" cy="633240"/>
          </a:xfrm>
          <a:prstGeom prst="rect">
            <a:avLst/>
          </a:prstGeom>
          <a:ln>
            <a:noFill/>
          </a:ln>
        </p:spPr>
      </p:pic>
    </p:spTree>
  </p:cSld>
  <p:clrMapOvr>
    <a:masterClrMapping/>
  </p:clrMapOvr>
  <p:timing>
    <p:tnLst>
      <p:par>
        <p:cTn id="1" dur="indefinite" restart="never" nodeType="tmRoot">
          <p:childTnLst>
            <p:seq>
              <p:cTn id="2" dur="indefinite" nodeType="mainSeq"/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95" name="Picture 94"/>
          <p:cNvPicPr/>
          <p:nvPr/>
        </p:nvPicPr>
        <p:blipFill>
          <a:blip r:embed="rId2"/>
          <a:stretch/>
        </p:blipFill>
        <p:spPr>
          <a:xfrm>
            <a:off x="1864080" y="1116720"/>
            <a:ext cx="8285400" cy="4678560"/>
          </a:xfrm>
          <a:prstGeom prst="rect">
            <a:avLst/>
          </a:prstGeom>
          <a:ln>
            <a:noFill/>
          </a:ln>
        </p:spPr>
      </p:pic>
      <p:pic>
        <p:nvPicPr>
          <p:cNvPr id="96" name="Picture 95"/>
          <p:cNvPicPr/>
          <p:nvPr/>
        </p:nvPicPr>
        <p:blipFill>
          <a:blip r:embed="rId3"/>
          <a:stretch/>
        </p:blipFill>
        <p:spPr>
          <a:xfrm>
            <a:off x="10698480" y="6224760"/>
            <a:ext cx="1483200" cy="632880"/>
          </a:xfrm>
          <a:prstGeom prst="rect">
            <a:avLst/>
          </a:prstGeom>
          <a:ln>
            <a:noFill/>
          </a:ln>
        </p:spPr>
      </p:pic>
    </p:spTree>
  </p:cSld>
  <p:clrMapOvr>
    <a:masterClrMapping/>
  </p:clrMapOvr>
  <p:timing>
    <p:tnLst>
      <p:par>
        <p:cTn id="1" dur="indefinite" restart="never" nodeType="tmRoot">
          <p:childTnLst>
            <p:seq>
              <p:cTn id="2" dur="indefinite" nodeType="mainSeq"/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2" name="TextShape 2"/>
          <p:cNvSpPr txBox="1"/>
          <p:nvPr/>
        </p:nvSpPr>
        <p:spPr>
          <a:xfrm>
            <a:off x="583200" y="640440"/>
            <a:ext cx="8103960" cy="914400"/>
          </a:xfrm>
          <a:prstGeom prst="rect">
            <a:avLst/>
          </a:prstGeom>
          <a:noFill/>
          <a:ln>
            <a:noFill/>
          </a:ln>
        </p:spPr>
        <p:txBody>
          <a:bodyPr lIns="90000" tIns="45000" rIns="90000" bIns="45000"/>
          <a:lstStyle/>
          <a:p>
            <a:r>
              <a:rPr lang="en-US" sz="3200" b="1" strike="noStrike" spc="-1" dirty="0">
                <a:solidFill>
                  <a:srgbClr val="333333"/>
                </a:solidFill>
                <a:latin typeface="Microsoft Sans Serif"/>
              </a:rPr>
              <a:t>Reactive Views</a:t>
            </a:r>
            <a:endParaRPr lang="en-US" sz="3200" b="0" strike="noStrike" spc="-1" dirty="0">
              <a:latin typeface="Arial"/>
            </a:endParaRPr>
          </a:p>
        </p:txBody>
      </p:sp>
      <p:pic>
        <p:nvPicPr>
          <p:cNvPr id="133" name="Picture 132"/>
          <p:cNvPicPr/>
          <p:nvPr/>
        </p:nvPicPr>
        <p:blipFill>
          <a:blip r:embed="rId2"/>
          <a:stretch/>
        </p:blipFill>
        <p:spPr>
          <a:xfrm>
            <a:off x="10698480" y="6217920"/>
            <a:ext cx="1483560" cy="633240"/>
          </a:xfrm>
          <a:prstGeom prst="rect">
            <a:avLst/>
          </a:prstGeom>
          <a:ln>
            <a:noFill/>
          </a:ln>
        </p:spPr>
      </p:pic>
      <p:pic>
        <p:nvPicPr>
          <p:cNvPr id="3" name="Picture 2">
            <a:extLst>
              <a:ext uri="{FF2B5EF4-FFF2-40B4-BE49-F238E27FC236}">
                <a16:creationId xmlns:a16="http://schemas.microsoft.com/office/drawing/2014/main" id="{12D3C082-C457-C848-A632-FEA206D3BB6F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397083" y="1249218"/>
            <a:ext cx="9701312" cy="4688444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504511184"/>
      </p:ext>
    </p:extLst>
  </p:cSld>
  <p:clrMapOvr>
    <a:masterClrMapping/>
  </p:clrMapOvr>
  <p:timing>
    <p:tnLst>
      <p:par>
        <p:cTn id="1" dur="indefinite" restart="never" nodeType="tmRoot">
          <p:childTnLst>
            <p:seq>
              <p:cTn id="2" dur="indefinite" nodeType="mainSeq"/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36" name="Picture 135"/>
          <p:cNvPicPr/>
          <p:nvPr/>
        </p:nvPicPr>
        <p:blipFill>
          <a:blip r:embed="rId2"/>
          <a:stretch/>
        </p:blipFill>
        <p:spPr>
          <a:xfrm>
            <a:off x="10698480" y="6224760"/>
            <a:ext cx="1483560" cy="633240"/>
          </a:xfrm>
          <a:prstGeom prst="rect">
            <a:avLst/>
          </a:prstGeom>
          <a:ln>
            <a:noFill/>
          </a:ln>
        </p:spPr>
      </p:pic>
      <p:pic>
        <p:nvPicPr>
          <p:cNvPr id="3" name="Picture 2">
            <a:extLst>
              <a:ext uri="{FF2B5EF4-FFF2-40B4-BE49-F238E27FC236}">
                <a16:creationId xmlns:a16="http://schemas.microsoft.com/office/drawing/2014/main" id="{DD7C2326-52BF-E542-A614-72B984C3258D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3004776" y="385325"/>
            <a:ext cx="5830465" cy="5839435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932702893"/>
      </p:ext>
    </p:extLst>
  </p:cSld>
  <p:clrMapOvr>
    <a:masterClrMapping/>
  </p:clrMapOvr>
  <p:timing>
    <p:tnLst>
      <p:par>
        <p:cTn id="1" dur="indefinite" restart="never" nodeType="tmRoot">
          <p:childTnLst>
            <p:seq>
              <p:cTn id="2" dur="indefinite" nodeType="mainSeq"/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36" name="Picture 135"/>
          <p:cNvPicPr/>
          <p:nvPr/>
        </p:nvPicPr>
        <p:blipFill>
          <a:blip r:embed="rId2"/>
          <a:stretch/>
        </p:blipFill>
        <p:spPr>
          <a:xfrm>
            <a:off x="10698480" y="6224760"/>
            <a:ext cx="1483560" cy="633240"/>
          </a:xfrm>
          <a:prstGeom prst="rect">
            <a:avLst/>
          </a:prstGeom>
          <a:ln>
            <a:noFill/>
          </a:ln>
        </p:spPr>
      </p:pic>
      <p:pic>
        <p:nvPicPr>
          <p:cNvPr id="3" name="Picture 2">
            <a:extLst>
              <a:ext uri="{FF2B5EF4-FFF2-40B4-BE49-F238E27FC236}">
                <a16:creationId xmlns:a16="http://schemas.microsoft.com/office/drawing/2014/main" id="{DD7C2326-52BF-E542-A614-72B984C3258D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3004776" y="385325"/>
            <a:ext cx="5830465" cy="5839435"/>
          </a:xfrm>
          <a:prstGeom prst="rect">
            <a:avLst/>
          </a:prstGeom>
        </p:spPr>
      </p:pic>
      <p:pic>
        <p:nvPicPr>
          <p:cNvPr id="5" name="Picture 4">
            <a:extLst>
              <a:ext uri="{FF2B5EF4-FFF2-40B4-BE49-F238E27FC236}">
                <a16:creationId xmlns:a16="http://schemas.microsoft.com/office/drawing/2014/main" id="{DB0E8DBF-0DA5-3347-90DF-43E716D76E99}"/>
              </a:ext>
            </a:extLst>
          </p:cNvPr>
          <p:cNvPicPr>
            <a:picLocks noChangeAspect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5164358" y="385325"/>
            <a:ext cx="1511300" cy="1271483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661729785"/>
      </p:ext>
    </p:extLst>
  </p:cSld>
  <p:clrMapOvr>
    <a:masterClrMapping/>
  </p:clrMapOvr>
  <p:timing>
    <p:tnLst>
      <p:par>
        <p:cTn id="1" dur="indefinite" restart="never" nodeType="tmRoot">
          <p:childTnLst>
            <p:seq>
              <p:cTn id="2" dur="indefinite" nodeType="mainSeq"/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36" name="Picture 135"/>
          <p:cNvPicPr/>
          <p:nvPr/>
        </p:nvPicPr>
        <p:blipFill>
          <a:blip r:embed="rId2"/>
          <a:stretch/>
        </p:blipFill>
        <p:spPr>
          <a:xfrm>
            <a:off x="10698480" y="6224760"/>
            <a:ext cx="1483560" cy="633240"/>
          </a:xfrm>
          <a:prstGeom prst="rect">
            <a:avLst/>
          </a:prstGeom>
          <a:ln>
            <a:noFill/>
          </a:ln>
        </p:spPr>
      </p:pic>
      <p:pic>
        <p:nvPicPr>
          <p:cNvPr id="3" name="Picture 2">
            <a:extLst>
              <a:ext uri="{FF2B5EF4-FFF2-40B4-BE49-F238E27FC236}">
                <a16:creationId xmlns:a16="http://schemas.microsoft.com/office/drawing/2014/main" id="{DD7C2326-52BF-E542-A614-72B984C3258D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3004776" y="385325"/>
            <a:ext cx="5830465" cy="5839435"/>
          </a:xfrm>
          <a:prstGeom prst="rect">
            <a:avLst/>
          </a:prstGeom>
        </p:spPr>
      </p:pic>
      <p:pic>
        <p:nvPicPr>
          <p:cNvPr id="5" name="Picture 4">
            <a:extLst>
              <a:ext uri="{FF2B5EF4-FFF2-40B4-BE49-F238E27FC236}">
                <a16:creationId xmlns:a16="http://schemas.microsoft.com/office/drawing/2014/main" id="{DB0E8DBF-0DA5-3347-90DF-43E716D76E99}"/>
              </a:ext>
            </a:extLst>
          </p:cNvPr>
          <p:cNvPicPr>
            <a:picLocks noChangeAspect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5164358" y="385325"/>
            <a:ext cx="1511300" cy="1271483"/>
          </a:xfrm>
          <a:prstGeom prst="rect">
            <a:avLst/>
          </a:prstGeom>
        </p:spPr>
      </p:pic>
      <p:sp>
        <p:nvSpPr>
          <p:cNvPr id="6" name="TextBox 5">
            <a:extLst>
              <a:ext uri="{FF2B5EF4-FFF2-40B4-BE49-F238E27FC236}">
                <a16:creationId xmlns:a16="http://schemas.microsoft.com/office/drawing/2014/main" id="{A950F3B1-8F59-3846-9577-049574BF0C40}"/>
              </a:ext>
            </a:extLst>
          </p:cNvPr>
          <p:cNvSpPr txBox="1"/>
          <p:nvPr/>
        </p:nvSpPr>
        <p:spPr>
          <a:xfrm>
            <a:off x="5164358" y="2220686"/>
            <a:ext cx="3348841" cy="52322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2800" b="1" dirty="0">
                <a:solidFill>
                  <a:srgbClr val="00B0F0"/>
                </a:solidFill>
              </a:rPr>
              <a:t>JS CORE</a:t>
            </a:r>
          </a:p>
        </p:txBody>
      </p:sp>
    </p:spTree>
    <p:extLst>
      <p:ext uri="{BB962C8B-B14F-4D97-AF65-F5344CB8AC3E}">
        <p14:creationId xmlns:p14="http://schemas.microsoft.com/office/powerpoint/2010/main" val="1200440072"/>
      </p:ext>
    </p:extLst>
  </p:cSld>
  <p:clrMapOvr>
    <a:masterClrMapping/>
  </p:clrMapOvr>
  <p:timing>
    <p:tnLst>
      <p:par>
        <p:cTn id="1" dur="indefinite" restart="never" nodeType="tmRoot">
          <p:childTnLst>
            <p:seq>
              <p:cTn id="2" dur="indefinite" nodeType="mainSeq"/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36" name="Picture 135"/>
          <p:cNvPicPr/>
          <p:nvPr/>
        </p:nvPicPr>
        <p:blipFill>
          <a:blip r:embed="rId2"/>
          <a:stretch/>
        </p:blipFill>
        <p:spPr>
          <a:xfrm>
            <a:off x="10698480" y="6224760"/>
            <a:ext cx="1483560" cy="633240"/>
          </a:xfrm>
          <a:prstGeom prst="rect">
            <a:avLst/>
          </a:prstGeom>
          <a:ln>
            <a:noFill/>
          </a:ln>
        </p:spPr>
      </p:pic>
      <p:pic>
        <p:nvPicPr>
          <p:cNvPr id="3" name="Picture 2">
            <a:extLst>
              <a:ext uri="{FF2B5EF4-FFF2-40B4-BE49-F238E27FC236}">
                <a16:creationId xmlns:a16="http://schemas.microsoft.com/office/drawing/2014/main" id="{DD7C2326-52BF-E542-A614-72B984C3258D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3004776" y="385325"/>
            <a:ext cx="5830465" cy="5839435"/>
          </a:xfrm>
          <a:prstGeom prst="rect">
            <a:avLst/>
          </a:prstGeom>
        </p:spPr>
      </p:pic>
      <p:pic>
        <p:nvPicPr>
          <p:cNvPr id="5" name="Picture 4">
            <a:extLst>
              <a:ext uri="{FF2B5EF4-FFF2-40B4-BE49-F238E27FC236}">
                <a16:creationId xmlns:a16="http://schemas.microsoft.com/office/drawing/2014/main" id="{DB0E8DBF-0DA5-3347-90DF-43E716D76E99}"/>
              </a:ext>
            </a:extLst>
          </p:cNvPr>
          <p:cNvPicPr>
            <a:picLocks noChangeAspect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5164358" y="385325"/>
            <a:ext cx="1511300" cy="1271483"/>
          </a:xfrm>
          <a:prstGeom prst="rect">
            <a:avLst/>
          </a:prstGeom>
        </p:spPr>
      </p:pic>
      <p:sp>
        <p:nvSpPr>
          <p:cNvPr id="6" name="TextBox 5">
            <a:extLst>
              <a:ext uri="{FF2B5EF4-FFF2-40B4-BE49-F238E27FC236}">
                <a16:creationId xmlns:a16="http://schemas.microsoft.com/office/drawing/2014/main" id="{A950F3B1-8F59-3846-9577-049574BF0C40}"/>
              </a:ext>
            </a:extLst>
          </p:cNvPr>
          <p:cNvSpPr txBox="1"/>
          <p:nvPr/>
        </p:nvSpPr>
        <p:spPr>
          <a:xfrm>
            <a:off x="5164358" y="2220686"/>
            <a:ext cx="3348841" cy="52322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2800" b="1" dirty="0">
                <a:solidFill>
                  <a:srgbClr val="00B0F0"/>
                </a:solidFill>
              </a:rPr>
              <a:t>JS CORE</a:t>
            </a:r>
          </a:p>
        </p:txBody>
      </p:sp>
      <p:pic>
        <p:nvPicPr>
          <p:cNvPr id="4" name="Picture 3">
            <a:extLst>
              <a:ext uri="{FF2B5EF4-FFF2-40B4-BE49-F238E27FC236}">
                <a16:creationId xmlns:a16="http://schemas.microsoft.com/office/drawing/2014/main" id="{4A2FC2F7-FA5C-B046-A344-FA961E4C2EF7}"/>
              </a:ext>
            </a:extLst>
          </p:cNvPr>
          <p:cNvPicPr>
            <a:picLocks noChangeAspect="1"/>
          </p:cNvPicPr>
          <p:nvPr/>
        </p:nvPicPr>
        <p:blipFill>
          <a:blip r:embed="rId5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4542311" y="4398378"/>
            <a:ext cx="3107377" cy="1588215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940246408"/>
      </p:ext>
    </p:extLst>
  </p:cSld>
  <p:clrMapOvr>
    <a:masterClrMapping/>
  </p:clrMapOvr>
  <p:timing>
    <p:tnLst>
      <p:par>
        <p:cTn id="1" dur="indefinite" restart="never" nodeType="tmRoot">
          <p:childTnLst>
            <p:seq>
              <p:cTn id="2" dur="indefinite" nodeType="mainSeq"/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2" name="TextShape 2"/>
          <p:cNvSpPr txBox="1"/>
          <p:nvPr/>
        </p:nvSpPr>
        <p:spPr>
          <a:xfrm>
            <a:off x="583200" y="640440"/>
            <a:ext cx="8103960" cy="914400"/>
          </a:xfrm>
          <a:prstGeom prst="rect">
            <a:avLst/>
          </a:prstGeom>
          <a:noFill/>
          <a:ln>
            <a:noFill/>
          </a:ln>
        </p:spPr>
        <p:txBody>
          <a:bodyPr lIns="90000" tIns="45000" rIns="90000" bIns="45000"/>
          <a:lstStyle/>
          <a:p>
            <a:r>
              <a:rPr lang="en-US" sz="3200" b="1" strike="noStrike" spc="-1" dirty="0">
                <a:solidFill>
                  <a:srgbClr val="333333"/>
                </a:solidFill>
                <a:latin typeface="Microsoft Sans Serif"/>
              </a:rPr>
              <a:t>Flutter</a:t>
            </a:r>
            <a:endParaRPr lang="en-US" sz="3200" b="0" strike="noStrike" spc="-1" dirty="0">
              <a:latin typeface="Arial"/>
            </a:endParaRPr>
          </a:p>
        </p:txBody>
      </p:sp>
      <p:pic>
        <p:nvPicPr>
          <p:cNvPr id="133" name="Picture 132"/>
          <p:cNvPicPr/>
          <p:nvPr/>
        </p:nvPicPr>
        <p:blipFill>
          <a:blip r:embed="rId2"/>
          <a:stretch/>
        </p:blipFill>
        <p:spPr>
          <a:xfrm>
            <a:off x="10698480" y="6217920"/>
            <a:ext cx="1483560" cy="633240"/>
          </a:xfrm>
          <a:prstGeom prst="rect">
            <a:avLst/>
          </a:prstGeom>
          <a:ln>
            <a:noFill/>
          </a:ln>
        </p:spPr>
      </p:pic>
      <p:pic>
        <p:nvPicPr>
          <p:cNvPr id="5" name="Picture 4">
            <a:extLst>
              <a:ext uri="{FF2B5EF4-FFF2-40B4-BE49-F238E27FC236}">
                <a16:creationId xmlns:a16="http://schemas.microsoft.com/office/drawing/2014/main" id="{6F891938-BF80-C044-BD98-A8DDDB562CD0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520042" y="1329294"/>
            <a:ext cx="9178438" cy="452256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556648428"/>
      </p:ext>
    </p:extLst>
  </p:cSld>
  <p:clrMapOvr>
    <a:masterClrMapping/>
  </p:clrMapOvr>
  <p:timing>
    <p:tnLst>
      <p:par>
        <p:cTn id="1" dur="indefinite" restart="never" nodeType="tmRoot">
          <p:childTnLst>
            <p:seq>
              <p:cTn id="2" dur="indefinite" nodeType="mainSeq"/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5" name="TextShape 2"/>
          <p:cNvSpPr txBox="1"/>
          <p:nvPr/>
        </p:nvSpPr>
        <p:spPr>
          <a:xfrm>
            <a:off x="4088040" y="2971800"/>
            <a:ext cx="8103960" cy="914400"/>
          </a:xfrm>
          <a:prstGeom prst="rect">
            <a:avLst/>
          </a:prstGeom>
          <a:noFill/>
          <a:ln>
            <a:noFill/>
          </a:ln>
        </p:spPr>
        <p:txBody>
          <a:bodyPr lIns="90000" tIns="45000" rIns="90000" bIns="45000"/>
          <a:lstStyle/>
          <a:p>
            <a:r>
              <a:rPr lang="en-US" sz="6600" spc="-1" dirty="0">
                <a:solidFill>
                  <a:schemeClr val="accent1">
                    <a:lumMod val="75000"/>
                  </a:schemeClr>
                </a:solidFill>
                <a:latin typeface="Arial"/>
              </a:rPr>
              <a:t>Widgets!!</a:t>
            </a:r>
            <a:endParaRPr lang="en-US" sz="6600" b="0" strike="noStrike" spc="-1" dirty="0">
              <a:solidFill>
                <a:schemeClr val="accent1">
                  <a:lumMod val="75000"/>
                </a:schemeClr>
              </a:solidFill>
              <a:latin typeface="Arial"/>
            </a:endParaRPr>
          </a:p>
        </p:txBody>
      </p:sp>
      <p:pic>
        <p:nvPicPr>
          <p:cNvPr id="136" name="Picture 135"/>
          <p:cNvPicPr/>
          <p:nvPr/>
        </p:nvPicPr>
        <p:blipFill>
          <a:blip r:embed="rId2"/>
          <a:stretch/>
        </p:blipFill>
        <p:spPr>
          <a:xfrm>
            <a:off x="10698480" y="6224760"/>
            <a:ext cx="1483560" cy="633240"/>
          </a:xfrm>
          <a:prstGeom prst="rect">
            <a:avLst/>
          </a:prstGeom>
          <a:ln>
            <a:noFill/>
          </a:ln>
        </p:spPr>
      </p:pic>
    </p:spTree>
  </p:cSld>
  <p:clrMapOvr>
    <a:masterClrMapping/>
  </p:clrMapOvr>
  <p:timing>
    <p:tnLst>
      <p:par>
        <p:cTn id="1" dur="indefinite" restart="never" nodeType="tmRoot">
          <p:childTnLst>
            <p:seq>
              <p:cTn id="2" dur="indefinite" nodeType="mainSeq"/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5" name="TextShape 2"/>
          <p:cNvSpPr txBox="1"/>
          <p:nvPr/>
        </p:nvSpPr>
        <p:spPr>
          <a:xfrm>
            <a:off x="2600696" y="335478"/>
            <a:ext cx="9947564" cy="914400"/>
          </a:xfrm>
          <a:prstGeom prst="rect">
            <a:avLst/>
          </a:prstGeom>
          <a:noFill/>
          <a:ln>
            <a:noFill/>
          </a:ln>
        </p:spPr>
        <p:txBody>
          <a:bodyPr lIns="90000" tIns="45000" rIns="90000" bIns="45000"/>
          <a:lstStyle/>
          <a:p>
            <a:r>
              <a:rPr lang="en-US" sz="5400" spc="-1" dirty="0">
                <a:solidFill>
                  <a:schemeClr val="accent1">
                    <a:lumMod val="75000"/>
                  </a:schemeClr>
                </a:solidFill>
                <a:latin typeface="Arial"/>
              </a:rPr>
              <a:t>O que </a:t>
            </a:r>
            <a:r>
              <a:rPr lang="en-US" sz="5400" spc="-1" dirty="0" err="1">
                <a:solidFill>
                  <a:schemeClr val="accent1">
                    <a:lumMod val="75000"/>
                  </a:schemeClr>
                </a:solidFill>
                <a:latin typeface="Arial"/>
              </a:rPr>
              <a:t>é</a:t>
            </a:r>
            <a:r>
              <a:rPr lang="en-US" sz="5400" spc="-1" dirty="0">
                <a:solidFill>
                  <a:schemeClr val="accent1">
                    <a:lumMod val="75000"/>
                  </a:schemeClr>
                </a:solidFill>
                <a:latin typeface="Arial"/>
              </a:rPr>
              <a:t> um Widget ?</a:t>
            </a:r>
            <a:endParaRPr lang="en-US" sz="5400" b="0" strike="noStrike" spc="-1" dirty="0">
              <a:solidFill>
                <a:schemeClr val="accent1">
                  <a:lumMod val="75000"/>
                </a:schemeClr>
              </a:solidFill>
              <a:latin typeface="Arial"/>
            </a:endParaRPr>
          </a:p>
        </p:txBody>
      </p:sp>
      <p:pic>
        <p:nvPicPr>
          <p:cNvPr id="136" name="Picture 135"/>
          <p:cNvPicPr/>
          <p:nvPr/>
        </p:nvPicPr>
        <p:blipFill>
          <a:blip r:embed="rId2"/>
          <a:stretch/>
        </p:blipFill>
        <p:spPr>
          <a:xfrm>
            <a:off x="10698480" y="6224760"/>
            <a:ext cx="1483560" cy="633240"/>
          </a:xfrm>
          <a:prstGeom prst="rect">
            <a:avLst/>
          </a:prstGeom>
          <a:ln>
            <a:noFill/>
          </a:ln>
        </p:spPr>
      </p:pic>
      <p:pic>
        <p:nvPicPr>
          <p:cNvPr id="3" name="Picture 2">
            <a:extLst>
              <a:ext uri="{FF2B5EF4-FFF2-40B4-BE49-F238E27FC236}">
                <a16:creationId xmlns:a16="http://schemas.microsoft.com/office/drawing/2014/main" id="{26B13E46-A8FF-FF42-900A-D6DD5A416AA1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3707151" y="1557331"/>
            <a:ext cx="4777698" cy="4359976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043342222"/>
      </p:ext>
    </p:extLst>
  </p:cSld>
  <p:clrMapOvr>
    <a:masterClrMapping/>
  </p:clrMapOvr>
  <p:timing>
    <p:tnLst>
      <p:par>
        <p:cTn id="1" dur="indefinite" restart="never" nodeType="tmRoot">
          <p:childTnLst>
            <p:seq>
              <p:cTn id="2" dur="indefinite" nodeType="mainSeq"/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36" name="Picture 135"/>
          <p:cNvPicPr/>
          <p:nvPr/>
        </p:nvPicPr>
        <p:blipFill>
          <a:blip r:embed="rId2"/>
          <a:stretch/>
        </p:blipFill>
        <p:spPr>
          <a:xfrm>
            <a:off x="10698480" y="6224760"/>
            <a:ext cx="1483560" cy="633240"/>
          </a:xfrm>
          <a:prstGeom prst="rect">
            <a:avLst/>
          </a:prstGeom>
          <a:ln>
            <a:noFill/>
          </a:ln>
        </p:spPr>
      </p:pic>
      <p:pic>
        <p:nvPicPr>
          <p:cNvPr id="3" name="Picture 2">
            <a:extLst>
              <a:ext uri="{FF2B5EF4-FFF2-40B4-BE49-F238E27FC236}">
                <a16:creationId xmlns:a16="http://schemas.microsoft.com/office/drawing/2014/main" id="{6C99690F-39C7-C84B-9234-8BCA5EAE4A89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222904" y="387350"/>
            <a:ext cx="9746192" cy="5372182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4190422798"/>
      </p:ext>
    </p:extLst>
  </p:cSld>
  <p:clrMapOvr>
    <a:masterClrMapping/>
  </p:clrMapOvr>
  <p:timing>
    <p:tnLst>
      <p:par>
        <p:cTn id="1" dur="indefinite" restart="never" nodeType="tmRoot">
          <p:childTnLst>
            <p:seq>
              <p:cTn id="2" dur="indefinite" nodeType="mainSeq"/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36" name="Picture 135"/>
          <p:cNvPicPr/>
          <p:nvPr/>
        </p:nvPicPr>
        <p:blipFill>
          <a:blip r:embed="rId2"/>
          <a:stretch/>
        </p:blipFill>
        <p:spPr>
          <a:xfrm>
            <a:off x="10698480" y="6224760"/>
            <a:ext cx="1483560" cy="633240"/>
          </a:xfrm>
          <a:prstGeom prst="rect">
            <a:avLst/>
          </a:prstGeom>
          <a:ln>
            <a:noFill/>
          </a:ln>
        </p:spPr>
      </p:pic>
      <p:pic>
        <p:nvPicPr>
          <p:cNvPr id="3" name="Picture 2">
            <a:extLst>
              <a:ext uri="{FF2B5EF4-FFF2-40B4-BE49-F238E27FC236}">
                <a16:creationId xmlns:a16="http://schemas.microsoft.com/office/drawing/2014/main" id="{29DA86A5-BA65-534A-B891-4D0464F5FA60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998247" y="1131207"/>
            <a:ext cx="10195505" cy="2297793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067211559"/>
      </p:ext>
    </p:extLst>
  </p:cSld>
  <p:clrMapOvr>
    <a:masterClrMapping/>
  </p:clrMapOvr>
  <p:timing>
    <p:tnLst>
      <p:par>
        <p:cTn id="1" dur="indefinite" restart="never" nodeType="tmRoot">
          <p:childTnLst>
            <p:seq>
              <p:cTn id="2" dur="indefinite" nodeType="mainSeq"/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36" name="Picture 135"/>
          <p:cNvPicPr/>
          <p:nvPr/>
        </p:nvPicPr>
        <p:blipFill>
          <a:blip r:embed="rId2"/>
          <a:stretch/>
        </p:blipFill>
        <p:spPr>
          <a:xfrm>
            <a:off x="10698480" y="6224760"/>
            <a:ext cx="1483560" cy="633240"/>
          </a:xfrm>
          <a:prstGeom prst="rect">
            <a:avLst/>
          </a:prstGeom>
          <a:ln>
            <a:noFill/>
          </a:ln>
        </p:spPr>
      </p:pic>
      <p:pic>
        <p:nvPicPr>
          <p:cNvPr id="3" name="Picture 2">
            <a:extLst>
              <a:ext uri="{FF2B5EF4-FFF2-40B4-BE49-F238E27FC236}">
                <a16:creationId xmlns:a16="http://schemas.microsoft.com/office/drawing/2014/main" id="{29DA86A5-BA65-534A-B891-4D0464F5FA60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998247" y="1031146"/>
            <a:ext cx="10195505" cy="2297793"/>
          </a:xfrm>
          <a:prstGeom prst="rect">
            <a:avLst/>
          </a:prstGeom>
        </p:spPr>
      </p:pic>
      <p:sp>
        <p:nvSpPr>
          <p:cNvPr id="2" name="TextBox 1">
            <a:extLst>
              <a:ext uri="{FF2B5EF4-FFF2-40B4-BE49-F238E27FC236}">
                <a16:creationId xmlns:a16="http://schemas.microsoft.com/office/drawing/2014/main" id="{1FA1EBCF-1436-BC4F-8E40-C5997ECD81E7}"/>
              </a:ext>
            </a:extLst>
          </p:cNvPr>
          <p:cNvSpPr txBox="1"/>
          <p:nvPr/>
        </p:nvSpPr>
        <p:spPr>
          <a:xfrm>
            <a:off x="1294306" y="3328939"/>
            <a:ext cx="4429497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dirty="0" err="1"/>
              <a:t>Não</a:t>
            </a:r>
            <a:r>
              <a:rPr lang="en-US" dirty="0"/>
              <a:t> </a:t>
            </a:r>
            <a:r>
              <a:rPr lang="en-US" dirty="0" err="1"/>
              <a:t>compila</a:t>
            </a:r>
            <a:r>
              <a:rPr lang="en-US" dirty="0"/>
              <a:t> para Código </a:t>
            </a:r>
            <a:r>
              <a:rPr lang="en-US" dirty="0" err="1"/>
              <a:t>Nativo</a:t>
            </a:r>
            <a:endParaRPr lang="en-US" dirty="0"/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C51205CA-8C44-9443-9B99-C660D8B6590A}"/>
              </a:ext>
            </a:extLst>
          </p:cNvPr>
          <p:cNvSpPr txBox="1"/>
          <p:nvPr/>
        </p:nvSpPr>
        <p:spPr>
          <a:xfrm>
            <a:off x="6614452" y="3328939"/>
            <a:ext cx="4579300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dirty="0" err="1"/>
              <a:t>Compila</a:t>
            </a:r>
            <a:r>
              <a:rPr lang="en-US" dirty="0"/>
              <a:t> para ARM C/C++ Library</a:t>
            </a:r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21CD380D-2C63-A146-AC33-10E4650F6EDB}"/>
              </a:ext>
            </a:extLst>
          </p:cNvPr>
          <p:cNvSpPr txBox="1"/>
          <p:nvPr/>
        </p:nvSpPr>
        <p:spPr>
          <a:xfrm>
            <a:off x="6614452" y="4117769"/>
            <a:ext cx="4227615" cy="92333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dirty="0" err="1"/>
              <a:t>Vem</a:t>
            </a:r>
            <a:r>
              <a:rPr lang="en-US" dirty="0"/>
              <a:t> com </a:t>
            </a:r>
            <a:r>
              <a:rPr lang="en-US" dirty="0" err="1"/>
              <a:t>muitos</a:t>
            </a:r>
            <a:r>
              <a:rPr lang="en-US" dirty="0"/>
              <a:t> components </a:t>
            </a:r>
            <a:r>
              <a:rPr lang="en-US" dirty="0" err="1"/>
              <a:t>visuais</a:t>
            </a:r>
            <a:r>
              <a:rPr lang="en-US" dirty="0"/>
              <a:t> </a:t>
            </a:r>
            <a:r>
              <a:rPr lang="en-US" dirty="0" err="1"/>
              <a:t>usando</a:t>
            </a:r>
            <a:r>
              <a:rPr lang="en-US" dirty="0"/>
              <a:t> Cupertino e </a:t>
            </a:r>
            <a:r>
              <a:rPr lang="en-US" dirty="0" err="1"/>
              <a:t>tem</a:t>
            </a:r>
            <a:r>
              <a:rPr lang="en-US" dirty="0"/>
              <a:t> </a:t>
            </a:r>
            <a:r>
              <a:rPr lang="en-US" dirty="0" err="1"/>
              <a:t>suporte</a:t>
            </a:r>
            <a:r>
              <a:rPr lang="en-US" dirty="0"/>
              <a:t> official da Google para </a:t>
            </a:r>
            <a:r>
              <a:rPr lang="en-US" b="1" dirty="0"/>
              <a:t>Material Design</a:t>
            </a:r>
            <a:endParaRPr lang="en-US" dirty="0"/>
          </a:p>
        </p:txBody>
      </p:sp>
      <p:sp>
        <p:nvSpPr>
          <p:cNvPr id="6" name="TextBox 5">
            <a:extLst>
              <a:ext uri="{FF2B5EF4-FFF2-40B4-BE49-F238E27FC236}">
                <a16:creationId xmlns:a16="http://schemas.microsoft.com/office/drawing/2014/main" id="{155E70E5-3E2C-9A4E-A522-D3E0A31C3AA0}"/>
              </a:ext>
            </a:extLst>
          </p:cNvPr>
          <p:cNvSpPr txBox="1"/>
          <p:nvPr/>
        </p:nvSpPr>
        <p:spPr>
          <a:xfrm>
            <a:off x="1294306" y="4156364"/>
            <a:ext cx="4908468" cy="92333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dirty="0" err="1"/>
              <a:t>Vem</a:t>
            </a:r>
            <a:r>
              <a:rPr lang="en-US" dirty="0"/>
              <a:t> com </a:t>
            </a:r>
            <a:r>
              <a:rPr lang="en-US" dirty="0" err="1"/>
              <a:t>alguns</a:t>
            </a:r>
            <a:r>
              <a:rPr lang="en-US" dirty="0"/>
              <a:t> </a:t>
            </a:r>
            <a:r>
              <a:rPr lang="en-US" dirty="0" err="1"/>
              <a:t>componentes</a:t>
            </a:r>
            <a:r>
              <a:rPr lang="en-US" dirty="0"/>
              <a:t> </a:t>
            </a:r>
            <a:r>
              <a:rPr lang="en-US" dirty="0" err="1"/>
              <a:t>visuais</a:t>
            </a:r>
            <a:r>
              <a:rPr lang="en-US" dirty="0"/>
              <a:t> </a:t>
            </a:r>
            <a:r>
              <a:rPr lang="en-US" dirty="0" err="1"/>
              <a:t>adaptados</a:t>
            </a:r>
            <a:r>
              <a:rPr lang="en-US" dirty="0"/>
              <a:t>, </a:t>
            </a:r>
            <a:r>
              <a:rPr lang="en-US" dirty="0" err="1"/>
              <a:t>sem</a:t>
            </a:r>
            <a:r>
              <a:rPr lang="en-US" dirty="0"/>
              <a:t> </a:t>
            </a:r>
            <a:r>
              <a:rPr lang="en-US" dirty="0" err="1"/>
              <a:t>implementação</a:t>
            </a:r>
            <a:r>
              <a:rPr lang="en-US" dirty="0"/>
              <a:t> de </a:t>
            </a:r>
            <a:r>
              <a:rPr lang="en-US" b="1" dirty="0"/>
              <a:t>Material Design </a:t>
            </a:r>
            <a:r>
              <a:rPr lang="en-US" dirty="0" err="1"/>
              <a:t>ou</a:t>
            </a:r>
            <a:r>
              <a:rPr lang="en-US" dirty="0"/>
              <a:t> </a:t>
            </a:r>
            <a:r>
              <a:rPr lang="en-US" b="1" dirty="0"/>
              <a:t>Cupertino</a:t>
            </a:r>
          </a:p>
        </p:txBody>
      </p:sp>
    </p:spTree>
    <p:extLst>
      <p:ext uri="{BB962C8B-B14F-4D97-AF65-F5344CB8AC3E}">
        <p14:creationId xmlns:p14="http://schemas.microsoft.com/office/powerpoint/2010/main" val="2232940906"/>
      </p:ext>
    </p:extLst>
  </p:cSld>
  <p:clrMapOvr>
    <a:masterClrMapping/>
  </p:clrMapOvr>
  <p:timing>
    <p:tnLst>
      <p:par>
        <p:cTn id="1" dur="indefinite" restart="never" nodeType="tmRoot">
          <p:childTnLst>
            <p:seq>
              <p:cTn id="2" dur="indefinite" nodeType="mainSeq"/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36" name="Picture 135"/>
          <p:cNvPicPr/>
          <p:nvPr/>
        </p:nvPicPr>
        <p:blipFill>
          <a:blip r:embed="rId2"/>
          <a:stretch/>
        </p:blipFill>
        <p:spPr>
          <a:xfrm>
            <a:off x="10698480" y="6224760"/>
            <a:ext cx="1483560" cy="633240"/>
          </a:xfrm>
          <a:prstGeom prst="rect">
            <a:avLst/>
          </a:prstGeom>
          <a:ln>
            <a:noFill/>
          </a:ln>
        </p:spPr>
      </p:pic>
      <p:pic>
        <p:nvPicPr>
          <p:cNvPr id="9" name="Picture 8">
            <a:extLst>
              <a:ext uri="{FF2B5EF4-FFF2-40B4-BE49-F238E27FC236}">
                <a16:creationId xmlns:a16="http://schemas.microsoft.com/office/drawing/2014/main" id="{E9784185-A6D2-ED4F-8B0E-6C36F436EBED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3012029"/>
            <a:ext cx="12192000" cy="1712716"/>
          </a:xfrm>
          <a:prstGeom prst="rect">
            <a:avLst/>
          </a:prstGeom>
        </p:spPr>
      </p:pic>
      <p:sp>
        <p:nvSpPr>
          <p:cNvPr id="10" name="TextBox 9">
            <a:extLst>
              <a:ext uri="{FF2B5EF4-FFF2-40B4-BE49-F238E27FC236}">
                <a16:creationId xmlns:a16="http://schemas.microsoft.com/office/drawing/2014/main" id="{4D35C59E-F8DA-BE44-9B03-D2C5FC925B63}"/>
              </a:ext>
            </a:extLst>
          </p:cNvPr>
          <p:cNvSpPr txBox="1"/>
          <p:nvPr/>
        </p:nvSpPr>
        <p:spPr>
          <a:xfrm>
            <a:off x="427513" y="2181032"/>
            <a:ext cx="2363188" cy="83099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2400" b="1" dirty="0" err="1"/>
              <a:t>Escreva</a:t>
            </a:r>
            <a:r>
              <a:rPr lang="en-US" sz="2400" b="1" dirty="0"/>
              <a:t> UMA </a:t>
            </a:r>
            <a:r>
              <a:rPr lang="en-US" sz="2400" b="1" dirty="0" err="1"/>
              <a:t>vez</a:t>
            </a:r>
            <a:endParaRPr lang="en-US" sz="2400" b="1" dirty="0"/>
          </a:p>
        </p:txBody>
      </p:sp>
      <p:sp>
        <p:nvSpPr>
          <p:cNvPr id="12" name="TextBox 11">
            <a:extLst>
              <a:ext uri="{FF2B5EF4-FFF2-40B4-BE49-F238E27FC236}">
                <a16:creationId xmlns:a16="http://schemas.microsoft.com/office/drawing/2014/main" id="{845A84D1-0A99-2946-BF8D-AE7BDCF73D11}"/>
              </a:ext>
            </a:extLst>
          </p:cNvPr>
          <p:cNvSpPr txBox="1"/>
          <p:nvPr/>
        </p:nvSpPr>
        <p:spPr>
          <a:xfrm>
            <a:off x="9248899" y="2181031"/>
            <a:ext cx="2363188" cy="83099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2400" b="1" dirty="0" err="1"/>
              <a:t>Escreva</a:t>
            </a:r>
            <a:r>
              <a:rPr lang="en-US" sz="2400" b="1" dirty="0"/>
              <a:t> DUAS </a:t>
            </a:r>
            <a:r>
              <a:rPr lang="en-US" sz="2400" b="1" dirty="0" err="1"/>
              <a:t>vezes</a:t>
            </a:r>
            <a:endParaRPr lang="en-US" sz="2400" b="1" dirty="0"/>
          </a:p>
        </p:txBody>
      </p:sp>
    </p:spTree>
    <p:extLst>
      <p:ext uri="{BB962C8B-B14F-4D97-AF65-F5344CB8AC3E}">
        <p14:creationId xmlns:p14="http://schemas.microsoft.com/office/powerpoint/2010/main" val="4073602100"/>
      </p:ext>
    </p:extLst>
  </p:cSld>
  <p:clrMapOvr>
    <a:masterClrMapping/>
  </p:clrMapOvr>
  <p:timing>
    <p:tnLst>
      <p:par>
        <p:cTn id="1" dur="indefinite" restart="never" nodeType="tmRoot">
          <p:childTnLst>
            <p:seq>
              <p:cTn id="2" dur="indefinite" nodeType="mainSeq"/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36" name="Picture 135"/>
          <p:cNvPicPr/>
          <p:nvPr/>
        </p:nvPicPr>
        <p:blipFill>
          <a:blip r:embed="rId2"/>
          <a:stretch/>
        </p:blipFill>
        <p:spPr>
          <a:xfrm>
            <a:off x="10698480" y="6224760"/>
            <a:ext cx="1483560" cy="633240"/>
          </a:xfrm>
          <a:prstGeom prst="rect">
            <a:avLst/>
          </a:prstGeom>
          <a:ln>
            <a:noFill/>
          </a:ln>
        </p:spPr>
      </p:pic>
      <p:pic>
        <p:nvPicPr>
          <p:cNvPr id="3" name="Picture 2">
            <a:extLst>
              <a:ext uri="{FF2B5EF4-FFF2-40B4-BE49-F238E27FC236}">
                <a16:creationId xmlns:a16="http://schemas.microsoft.com/office/drawing/2014/main" id="{37E90FF0-8DFE-2040-9CD6-990ED9A18D76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2978150" y="1149350"/>
            <a:ext cx="6235700" cy="45593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048367269"/>
      </p:ext>
    </p:extLst>
  </p:cSld>
  <p:clrMapOvr>
    <a:masterClrMapping/>
  </p:clrMapOvr>
  <p:timing>
    <p:tnLst>
      <p:par>
        <p:cTn id="1" dur="indefinite" restart="never" nodeType="tmRoot">
          <p:childTnLst>
            <p:seq>
              <p:cTn id="2" dur="indefinite" nodeType="mainSeq"/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7" name="TextShape 1"/>
          <p:cNvSpPr txBox="1"/>
          <p:nvPr/>
        </p:nvSpPr>
        <p:spPr>
          <a:xfrm>
            <a:off x="4389120" y="3017520"/>
            <a:ext cx="8138160" cy="953280"/>
          </a:xfrm>
          <a:prstGeom prst="rect">
            <a:avLst/>
          </a:prstGeom>
          <a:noFill/>
          <a:ln>
            <a:noFill/>
          </a:ln>
        </p:spPr>
        <p:txBody>
          <a:bodyPr lIns="90000" tIns="45000" rIns="90000" bIns="45000"/>
          <a:lstStyle/>
          <a:p>
            <a:r>
              <a:rPr lang="en-US" sz="6000" b="0" strike="noStrike" spc="-1" dirty="0" err="1">
                <a:solidFill>
                  <a:srgbClr val="666666"/>
                </a:solidFill>
                <a:latin typeface="Microsoft Sans Serif"/>
              </a:rPr>
              <a:t>Obrigado</a:t>
            </a:r>
            <a:endParaRPr lang="en-US" sz="6000" b="0" strike="noStrike" spc="-1" dirty="0">
              <a:solidFill>
                <a:srgbClr val="666666"/>
              </a:solidFill>
              <a:latin typeface="Microsoft Sans Serif"/>
            </a:endParaRPr>
          </a:p>
        </p:txBody>
      </p:sp>
      <p:pic>
        <p:nvPicPr>
          <p:cNvPr id="138" name="Picture 137"/>
          <p:cNvPicPr/>
          <p:nvPr/>
        </p:nvPicPr>
        <p:blipFill>
          <a:blip r:embed="rId2"/>
          <a:stretch/>
        </p:blipFill>
        <p:spPr>
          <a:xfrm>
            <a:off x="10708560" y="6224760"/>
            <a:ext cx="1483560" cy="633240"/>
          </a:xfrm>
          <a:prstGeom prst="rect">
            <a:avLst/>
          </a:prstGeom>
          <a:ln>
            <a:noFill/>
          </a:ln>
        </p:spPr>
      </p:pic>
    </p:spTree>
  </p:cSld>
  <p:clrMapOvr>
    <a:masterClrMapping/>
  </p:clrMapOvr>
  <p:timing>
    <p:tnLst>
      <p:par>
        <p:cTn id="1" dur="indefinite" restart="never" nodeType="tmRoot">
          <p:childTnLst>
            <p:seq>
              <p:cTn id="2" dur="indefinite" nodeType="mainSeq"/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5B9BD5"/>
      </a:accent1>
      <a:accent2>
        <a:srgbClr val="ED7D31"/>
      </a:accent2>
      <a:accent3>
        <a:srgbClr val="A5A5A5"/>
      </a:accent3>
      <a:accent4>
        <a:srgbClr val="FFC000"/>
      </a:accent4>
      <a:accent5>
        <a:srgbClr val="4472C4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Arial"/>
        <a:ea typeface="DejaVu Sans"/>
        <a:cs typeface="DejaVu Sans"/>
      </a:majorFont>
      <a:minorFont>
        <a:latin typeface="Arial"/>
        <a:ea typeface="DejaVu Sans"/>
        <a:cs typeface="DejaVu Sans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5B9BD5"/>
      </a:accent1>
      <a:accent2>
        <a:srgbClr val="ED7D31"/>
      </a:accent2>
      <a:accent3>
        <a:srgbClr val="A5A5A5"/>
      </a:accent3>
      <a:accent4>
        <a:srgbClr val="FFC000"/>
      </a:accent4>
      <a:accent5>
        <a:srgbClr val="4472C4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Arial"/>
        <a:ea typeface="DejaVu Sans"/>
        <a:cs typeface="DejaVu Sans"/>
      </a:majorFont>
      <a:minorFont>
        <a:latin typeface="Arial"/>
        <a:ea typeface="DejaVu Sans"/>
        <a:cs typeface="DejaVu Sans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emplate/>
  <TotalTime>207</TotalTime>
  <Words>69</Words>
  <Application>Microsoft Macintosh PowerPoint</Application>
  <PresentationFormat>Widescreen</PresentationFormat>
  <Paragraphs>16</Paragraphs>
  <Slides>19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4</vt:i4>
      </vt:variant>
      <vt:variant>
        <vt:lpstr>Theme</vt:lpstr>
      </vt:variant>
      <vt:variant>
        <vt:i4>2</vt:i4>
      </vt:variant>
      <vt:variant>
        <vt:lpstr>Slide Titles</vt:lpstr>
      </vt:variant>
      <vt:variant>
        <vt:i4>19</vt:i4>
      </vt:variant>
    </vt:vector>
  </HeadingPairs>
  <TitlesOfParts>
    <vt:vector size="25" baseType="lpstr">
      <vt:lpstr>Arial</vt:lpstr>
      <vt:lpstr>Microsoft Sans Serif</vt:lpstr>
      <vt:lpstr>Symbol</vt:lpstr>
      <vt:lpstr>Wingdings</vt:lpstr>
      <vt:lpstr>Office Theme</vt:lpstr>
      <vt:lpstr>Office Theme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Arquitetura Mobile</dc:title>
  <dc:subject/>
  <dc:creator>Microsoft Office User</dc:creator>
  <dc:description/>
  <cp:lastModifiedBy>Microsoft Office User</cp:lastModifiedBy>
  <cp:revision>61</cp:revision>
  <dcterms:created xsi:type="dcterms:W3CDTF">2018-11-05T17:26:14Z</dcterms:created>
  <dcterms:modified xsi:type="dcterms:W3CDTF">2019-05-03T13:21:52Z</dcterms:modified>
  <dc:language>en-US</dc:language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AppVersion">
    <vt:lpwstr>15.0000</vt:lpwstr>
  </property>
  <property fmtid="{D5CDD505-2E9C-101B-9397-08002B2CF9AE}" pid="3" name="HiddenSlides">
    <vt:i4>0</vt:i4>
  </property>
  <property fmtid="{D5CDD505-2E9C-101B-9397-08002B2CF9AE}" pid="4" name="HyperlinksChanged">
    <vt:bool>false</vt:bool>
  </property>
  <property fmtid="{D5CDD505-2E9C-101B-9397-08002B2CF9AE}" pid="5" name="LinksUpToDate">
    <vt:bool>false</vt:bool>
  </property>
  <property fmtid="{D5CDD505-2E9C-101B-9397-08002B2CF9AE}" pid="6" name="MMClips">
    <vt:i4>0</vt:i4>
  </property>
  <property fmtid="{D5CDD505-2E9C-101B-9397-08002B2CF9AE}" pid="7" name="Notes">
    <vt:i4>0</vt:i4>
  </property>
  <property fmtid="{D5CDD505-2E9C-101B-9397-08002B2CF9AE}" pid="8" name="PresentationFormat">
    <vt:lpwstr>Widescreen</vt:lpwstr>
  </property>
  <property fmtid="{D5CDD505-2E9C-101B-9397-08002B2CF9AE}" pid="9" name="ScaleCrop">
    <vt:bool>false</vt:bool>
  </property>
  <property fmtid="{D5CDD505-2E9C-101B-9397-08002B2CF9AE}" pid="10" name="ShareDoc">
    <vt:bool>false</vt:bool>
  </property>
  <property fmtid="{D5CDD505-2E9C-101B-9397-08002B2CF9AE}" pid="11" name="Slides">
    <vt:i4>2</vt:i4>
  </property>
</Properties>
</file>